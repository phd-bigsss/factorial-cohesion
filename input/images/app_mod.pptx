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8"/>
  </p:notesMasterIdLst>
  <p:sldIdLst>
    <p:sldId id="256" r:id="rId2"/>
    <p:sldId id="257" r:id="rId3"/>
    <p:sldId id="258" r:id="rId4"/>
    <p:sldId id="259" r:id="rId5"/>
    <p:sldId id="260" r:id="rId6"/>
    <p:sldId id="261" r:id="rId7"/>
  </p:sldIdLst>
  <p:sldSz cx="9144000" cy="57594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6" d="100"/>
          <a:sy n="126" d="100"/>
        </p:scale>
        <p:origin x="119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o César Iturra Sanhueza" userId="e2de3052-3501-452a-9806-eb4e3c41687c" providerId="ADAL" clId="{2E005E1F-5BF6-4380-B299-138A767B9957}"/>
    <pc:docChg chg="undo custSel modSld">
      <pc:chgData name="Julio César Iturra Sanhueza" userId="e2de3052-3501-452a-9806-eb4e3c41687c" providerId="ADAL" clId="{2E005E1F-5BF6-4380-B299-138A767B9957}" dt="2025-01-12T21:13:02.529" v="80"/>
      <pc:docMkLst>
        <pc:docMk/>
      </pc:docMkLst>
      <pc:sldChg chg="modSp mod">
        <pc:chgData name="Julio César Iturra Sanhueza" userId="e2de3052-3501-452a-9806-eb4e3c41687c" providerId="ADAL" clId="{2E005E1F-5BF6-4380-B299-138A767B9957}" dt="2025-01-12T21:13:02.529" v="80"/>
        <pc:sldMkLst>
          <pc:docMk/>
          <pc:sldMk cId="4281349673" sldId="260"/>
        </pc:sldMkLst>
        <pc:spChg chg="mod">
          <ac:chgData name="Julio César Iturra Sanhueza" userId="e2de3052-3501-452a-9806-eb4e3c41687c" providerId="ADAL" clId="{2E005E1F-5BF6-4380-B299-138A767B9957}" dt="2025-01-12T21:12:57.218" v="76" actId="20577"/>
          <ac:spMkLst>
            <pc:docMk/>
            <pc:sldMk cId="4281349673" sldId="260"/>
            <ac:spMk id="128" creationId="{2F197017-6AE5-FD67-8CEB-19D4B0E24B1E}"/>
          </ac:spMkLst>
        </pc:spChg>
        <pc:spChg chg="mod">
          <ac:chgData name="Julio César Iturra Sanhueza" userId="e2de3052-3501-452a-9806-eb4e3c41687c" providerId="ADAL" clId="{2E005E1F-5BF6-4380-B299-138A767B9957}" dt="2025-01-12T21:13:00.364" v="77"/>
          <ac:spMkLst>
            <pc:docMk/>
            <pc:sldMk cId="4281349673" sldId="260"/>
            <ac:spMk id="129" creationId="{A53EEADC-5881-D17A-0799-8BA743FC0A9A}"/>
          </ac:spMkLst>
        </pc:spChg>
        <pc:spChg chg="mod">
          <ac:chgData name="Julio César Iturra Sanhueza" userId="e2de3052-3501-452a-9806-eb4e3c41687c" providerId="ADAL" clId="{2E005E1F-5BF6-4380-B299-138A767B9957}" dt="2025-01-12T21:13:01.133" v="78"/>
          <ac:spMkLst>
            <pc:docMk/>
            <pc:sldMk cId="4281349673" sldId="260"/>
            <ac:spMk id="130" creationId="{8CA24FE8-6291-2DF1-E846-65639FF4C45B}"/>
          </ac:spMkLst>
        </pc:spChg>
        <pc:spChg chg="mod">
          <ac:chgData name="Julio César Iturra Sanhueza" userId="e2de3052-3501-452a-9806-eb4e3c41687c" providerId="ADAL" clId="{2E005E1F-5BF6-4380-B299-138A767B9957}" dt="2025-01-12T21:13:01.787" v="79"/>
          <ac:spMkLst>
            <pc:docMk/>
            <pc:sldMk cId="4281349673" sldId="260"/>
            <ac:spMk id="131" creationId="{76049E87-AA9D-48B0-873F-0187CB965849}"/>
          </ac:spMkLst>
        </pc:spChg>
        <pc:spChg chg="mod">
          <ac:chgData name="Julio César Iturra Sanhueza" userId="e2de3052-3501-452a-9806-eb4e3c41687c" providerId="ADAL" clId="{2E005E1F-5BF6-4380-B299-138A767B9957}" dt="2025-01-12T21:13:02.529" v="80"/>
          <ac:spMkLst>
            <pc:docMk/>
            <pc:sldMk cId="4281349673" sldId="260"/>
            <ac:spMk id="132" creationId="{DE4F486E-D651-9C53-AAD1-F0D111F01F6B}"/>
          </ac:spMkLst>
        </pc:spChg>
        <pc:spChg chg="mod">
          <ac:chgData name="Julio César Iturra Sanhueza" userId="e2de3052-3501-452a-9806-eb4e3c41687c" providerId="ADAL" clId="{2E005E1F-5BF6-4380-B299-138A767B9957}" dt="2025-01-12T21:12:19.366" v="37" actId="20577"/>
          <ac:spMkLst>
            <pc:docMk/>
            <pc:sldMk cId="4281349673" sldId="260"/>
            <ac:spMk id="288" creationId="{600A71AB-6907-5BB2-EB46-197807139B48}"/>
          </ac:spMkLst>
        </pc:spChg>
        <pc:cxnChg chg="mod">
          <ac:chgData name="Julio César Iturra Sanhueza" userId="e2de3052-3501-452a-9806-eb4e3c41687c" providerId="ADAL" clId="{2E005E1F-5BF6-4380-B299-138A767B9957}" dt="2025-01-12T21:12:49.470" v="65" actId="20577"/>
          <ac:cxnSpMkLst>
            <pc:docMk/>
            <pc:sldMk cId="4281349673" sldId="260"/>
            <ac:cxnSpMk id="171" creationId="{AE40DF1D-7016-03EC-E2A1-A1EA96356D05}"/>
          </ac:cxnSpMkLst>
        </pc:cxnChg>
        <pc:cxnChg chg="mod">
          <ac:chgData name="Julio César Iturra Sanhueza" userId="e2de3052-3501-452a-9806-eb4e3c41687c" providerId="ADAL" clId="{2E005E1F-5BF6-4380-B299-138A767B9957}" dt="2025-01-12T21:12:49.470" v="65" actId="20577"/>
          <ac:cxnSpMkLst>
            <pc:docMk/>
            <pc:sldMk cId="4281349673" sldId="260"/>
            <ac:cxnSpMk id="240" creationId="{C2CF2628-2424-0333-3F40-6D21986F92DC}"/>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6A47D4-E982-4627-AFA3-CDBDF8078D84}" type="datetimeFigureOut">
              <a:rPr lang="es-CL" smtClean="0"/>
              <a:t>12-01-2025</a:t>
            </a:fld>
            <a:endParaRPr lang="es-CL"/>
          </a:p>
        </p:txBody>
      </p:sp>
      <p:sp>
        <p:nvSpPr>
          <p:cNvPr id="4" name="Slide Image Placeholder 3"/>
          <p:cNvSpPr>
            <a:spLocks noGrp="1" noRot="1" noChangeAspect="1"/>
          </p:cNvSpPr>
          <p:nvPr>
            <p:ph type="sldImg" idx="2"/>
          </p:nvPr>
        </p:nvSpPr>
        <p:spPr>
          <a:xfrm>
            <a:off x="979488" y="1143000"/>
            <a:ext cx="4899025"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2086A9-9A85-4A0C-A4CE-7142680F8A60}" type="slidenum">
              <a:rPr lang="es-CL" smtClean="0"/>
              <a:t>‹#›</a:t>
            </a:fld>
            <a:endParaRPr lang="es-CL"/>
          </a:p>
        </p:txBody>
      </p:sp>
    </p:spTree>
    <p:extLst>
      <p:ext uri="{BB962C8B-B14F-4D97-AF65-F5344CB8AC3E}">
        <p14:creationId xmlns:p14="http://schemas.microsoft.com/office/powerpoint/2010/main" val="3805367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dirty="0"/>
          </a:p>
        </p:txBody>
      </p:sp>
      <p:sp>
        <p:nvSpPr>
          <p:cNvPr id="4" name="Slide Number Placeholder 3"/>
          <p:cNvSpPr>
            <a:spLocks noGrp="1"/>
          </p:cNvSpPr>
          <p:nvPr>
            <p:ph type="sldNum" sz="quarter" idx="5"/>
          </p:nvPr>
        </p:nvSpPr>
        <p:spPr/>
        <p:txBody>
          <a:bodyPr/>
          <a:lstStyle/>
          <a:p>
            <a:fld id="{C42086A9-9A85-4A0C-A4CE-7142680F8A60}" type="slidenum">
              <a:rPr lang="es-CL" smtClean="0"/>
              <a:t>5</a:t>
            </a:fld>
            <a:endParaRPr lang="es-CL"/>
          </a:p>
        </p:txBody>
      </p:sp>
    </p:spTree>
    <p:extLst>
      <p:ext uri="{BB962C8B-B14F-4D97-AF65-F5344CB8AC3E}">
        <p14:creationId xmlns:p14="http://schemas.microsoft.com/office/powerpoint/2010/main" val="3798885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dirty="0"/>
          </a:p>
        </p:txBody>
      </p:sp>
      <p:sp>
        <p:nvSpPr>
          <p:cNvPr id="4" name="Slide Number Placeholder 3"/>
          <p:cNvSpPr>
            <a:spLocks noGrp="1"/>
          </p:cNvSpPr>
          <p:nvPr>
            <p:ph type="sldNum" sz="quarter" idx="5"/>
          </p:nvPr>
        </p:nvSpPr>
        <p:spPr/>
        <p:txBody>
          <a:bodyPr/>
          <a:lstStyle/>
          <a:p>
            <a:fld id="{C42086A9-9A85-4A0C-A4CE-7142680F8A60}" type="slidenum">
              <a:rPr lang="es-CL" smtClean="0"/>
              <a:t>6</a:t>
            </a:fld>
            <a:endParaRPr lang="es-CL"/>
          </a:p>
        </p:txBody>
      </p:sp>
    </p:spTree>
    <p:extLst>
      <p:ext uri="{BB962C8B-B14F-4D97-AF65-F5344CB8AC3E}">
        <p14:creationId xmlns:p14="http://schemas.microsoft.com/office/powerpoint/2010/main" val="1002822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42577"/>
            <a:ext cx="6858000" cy="2005142"/>
          </a:xfrm>
        </p:spPr>
        <p:txBody>
          <a:bodyPr anchor="b"/>
          <a:lstStyle>
            <a:lvl1pPr algn="ctr">
              <a:defRPr sz="45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025045"/>
            <a:ext cx="6858000" cy="139053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4FB5702-4C46-4803-8640-AC94616135D0}" type="datetimeFigureOut">
              <a:rPr lang="es-CL" smtClean="0"/>
              <a:t>12-01-2025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E5D6E8F-BECD-4CDD-BE60-FCB2B22F4634}" type="slidenum">
              <a:rPr lang="es-CL" smtClean="0"/>
              <a:t>‹#›</a:t>
            </a:fld>
            <a:endParaRPr lang="es-CL"/>
          </a:p>
        </p:txBody>
      </p:sp>
    </p:spTree>
    <p:extLst>
      <p:ext uri="{BB962C8B-B14F-4D97-AF65-F5344CB8AC3E}">
        <p14:creationId xmlns:p14="http://schemas.microsoft.com/office/powerpoint/2010/main" val="1956333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4FB5702-4C46-4803-8640-AC94616135D0}" type="datetimeFigureOut">
              <a:rPr lang="es-CL" smtClean="0"/>
              <a:t>12-01-2025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E5D6E8F-BECD-4CDD-BE60-FCB2B22F4634}" type="slidenum">
              <a:rPr lang="es-CL" smtClean="0"/>
              <a:t>‹#›</a:t>
            </a:fld>
            <a:endParaRPr lang="es-CL"/>
          </a:p>
        </p:txBody>
      </p:sp>
    </p:spTree>
    <p:extLst>
      <p:ext uri="{BB962C8B-B14F-4D97-AF65-F5344CB8AC3E}">
        <p14:creationId xmlns:p14="http://schemas.microsoft.com/office/powerpoint/2010/main" val="1923353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435864"/>
            <a:ext cx="7886700" cy="2395771"/>
          </a:xfrm>
        </p:spPr>
        <p:txBody>
          <a:bodyPr anchor="b"/>
          <a:lstStyle>
            <a:lvl1pPr>
              <a:defRPr sz="45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3854300"/>
            <a:ext cx="7886700" cy="1259879"/>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4FB5702-4C46-4803-8640-AC94616135D0}" type="datetimeFigureOut">
              <a:rPr lang="es-CL" smtClean="0"/>
              <a:t>12-01-2025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E5D6E8F-BECD-4CDD-BE60-FCB2B22F4634}" type="slidenum">
              <a:rPr lang="es-CL" smtClean="0"/>
              <a:t>‹#›</a:t>
            </a:fld>
            <a:endParaRPr lang="es-CL"/>
          </a:p>
        </p:txBody>
      </p:sp>
    </p:spTree>
    <p:extLst>
      <p:ext uri="{BB962C8B-B14F-4D97-AF65-F5344CB8AC3E}">
        <p14:creationId xmlns:p14="http://schemas.microsoft.com/office/powerpoint/2010/main" val="4201832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533187"/>
            <a:ext cx="3886200" cy="365431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1533187"/>
            <a:ext cx="3886200" cy="365431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4FB5702-4C46-4803-8640-AC94616135D0}" type="datetimeFigureOut">
              <a:rPr lang="es-CL" smtClean="0"/>
              <a:t>12-01-2025</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EE5D6E8F-BECD-4CDD-BE60-FCB2B22F4634}" type="slidenum">
              <a:rPr lang="es-CL" smtClean="0"/>
              <a:t>‹#›</a:t>
            </a:fld>
            <a:endParaRPr lang="es-CL"/>
          </a:p>
        </p:txBody>
      </p:sp>
    </p:spTree>
    <p:extLst>
      <p:ext uri="{BB962C8B-B14F-4D97-AF65-F5344CB8AC3E}">
        <p14:creationId xmlns:p14="http://schemas.microsoft.com/office/powerpoint/2010/main" val="2592341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06638"/>
            <a:ext cx="7886700" cy="111322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411865"/>
            <a:ext cx="3868340" cy="691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Content Placeholder 3"/>
          <p:cNvSpPr>
            <a:spLocks noGrp="1"/>
          </p:cNvSpPr>
          <p:nvPr>
            <p:ph sz="half" idx="2"/>
          </p:nvPr>
        </p:nvSpPr>
        <p:spPr>
          <a:xfrm>
            <a:off x="629842" y="2103799"/>
            <a:ext cx="3868340" cy="30943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1411865"/>
            <a:ext cx="3887391" cy="691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50" y="2103799"/>
            <a:ext cx="3887391" cy="30943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4FB5702-4C46-4803-8640-AC94616135D0}" type="datetimeFigureOut">
              <a:rPr lang="es-CL" smtClean="0"/>
              <a:t>12-01-2025</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EE5D6E8F-BECD-4CDD-BE60-FCB2B22F4634}" type="slidenum">
              <a:rPr lang="es-CL" smtClean="0"/>
              <a:t>‹#›</a:t>
            </a:fld>
            <a:endParaRPr lang="es-CL"/>
          </a:p>
        </p:txBody>
      </p:sp>
    </p:spTree>
    <p:extLst>
      <p:ext uri="{BB962C8B-B14F-4D97-AF65-F5344CB8AC3E}">
        <p14:creationId xmlns:p14="http://schemas.microsoft.com/office/powerpoint/2010/main" val="186286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4FB5702-4C46-4803-8640-AC94616135D0}" type="datetimeFigureOut">
              <a:rPr lang="es-CL" smtClean="0"/>
              <a:t>12-01-2025</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EE5D6E8F-BECD-4CDD-BE60-FCB2B22F4634}" type="slidenum">
              <a:rPr lang="es-CL" smtClean="0"/>
              <a:t>‹#›</a:t>
            </a:fld>
            <a:endParaRPr lang="es-CL"/>
          </a:p>
        </p:txBody>
      </p:sp>
    </p:spTree>
    <p:extLst>
      <p:ext uri="{BB962C8B-B14F-4D97-AF65-F5344CB8AC3E}">
        <p14:creationId xmlns:p14="http://schemas.microsoft.com/office/powerpoint/2010/main" val="895992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FB5702-4C46-4803-8640-AC94616135D0}" type="datetimeFigureOut">
              <a:rPr lang="es-CL" smtClean="0"/>
              <a:t>12-01-2025</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EE5D6E8F-BECD-4CDD-BE60-FCB2B22F4634}" type="slidenum">
              <a:rPr lang="es-CL" smtClean="0"/>
              <a:t>‹#›</a:t>
            </a:fld>
            <a:endParaRPr lang="es-CL"/>
          </a:p>
        </p:txBody>
      </p:sp>
    </p:spTree>
    <p:extLst>
      <p:ext uri="{BB962C8B-B14F-4D97-AF65-F5344CB8AC3E}">
        <p14:creationId xmlns:p14="http://schemas.microsoft.com/office/powerpoint/2010/main" val="3534076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383963"/>
            <a:ext cx="2949178" cy="1343872"/>
          </a:xfrm>
        </p:spPr>
        <p:txBody>
          <a:bodyPr anchor="b"/>
          <a:lstStyle>
            <a:lvl1pPr>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829255"/>
            <a:ext cx="4629150" cy="409294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1727835"/>
            <a:ext cx="2949178" cy="320102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4FB5702-4C46-4803-8640-AC94616135D0}" type="datetimeFigureOut">
              <a:rPr lang="es-CL" smtClean="0"/>
              <a:t>12-01-2025</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EE5D6E8F-BECD-4CDD-BE60-FCB2B22F4634}" type="slidenum">
              <a:rPr lang="es-CL" smtClean="0"/>
              <a:t>‹#›</a:t>
            </a:fld>
            <a:endParaRPr lang="es-CL"/>
          </a:p>
        </p:txBody>
      </p:sp>
    </p:spTree>
    <p:extLst>
      <p:ext uri="{BB962C8B-B14F-4D97-AF65-F5344CB8AC3E}">
        <p14:creationId xmlns:p14="http://schemas.microsoft.com/office/powerpoint/2010/main" val="380624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383963"/>
            <a:ext cx="2949178" cy="1343872"/>
          </a:xfrm>
        </p:spPr>
        <p:txBody>
          <a:bodyPr anchor="b"/>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829255"/>
            <a:ext cx="4629150" cy="409294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1727835"/>
            <a:ext cx="2949178" cy="320102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4FB5702-4C46-4803-8640-AC94616135D0}" type="datetimeFigureOut">
              <a:rPr lang="es-CL" smtClean="0"/>
              <a:t>12-01-2025</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EE5D6E8F-BECD-4CDD-BE60-FCB2B22F4634}" type="slidenum">
              <a:rPr lang="es-CL" smtClean="0"/>
              <a:t>‹#›</a:t>
            </a:fld>
            <a:endParaRPr lang="es-CL"/>
          </a:p>
        </p:txBody>
      </p:sp>
    </p:spTree>
    <p:extLst>
      <p:ext uri="{BB962C8B-B14F-4D97-AF65-F5344CB8AC3E}">
        <p14:creationId xmlns:p14="http://schemas.microsoft.com/office/powerpoint/2010/main" val="374062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4FB5702-4C46-4803-8640-AC94616135D0}" type="datetimeFigureOut">
              <a:rPr lang="es-CL" smtClean="0"/>
              <a:t>12-01-2025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E5D6E8F-BECD-4CDD-BE60-FCB2B22F4634}" type="slidenum">
              <a:rPr lang="es-CL" smtClean="0"/>
              <a:t>‹#›</a:t>
            </a:fld>
            <a:endParaRPr lang="es-CL"/>
          </a:p>
        </p:txBody>
      </p:sp>
    </p:spTree>
    <p:extLst>
      <p:ext uri="{BB962C8B-B14F-4D97-AF65-F5344CB8AC3E}">
        <p14:creationId xmlns:p14="http://schemas.microsoft.com/office/powerpoint/2010/main" val="86310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06637"/>
            <a:ext cx="1971675" cy="488086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06637"/>
            <a:ext cx="5800725" cy="488086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4FB5702-4C46-4803-8640-AC94616135D0}" type="datetimeFigureOut">
              <a:rPr lang="es-CL" smtClean="0"/>
              <a:t>12-01-2025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E5D6E8F-BECD-4CDD-BE60-FCB2B22F4634}" type="slidenum">
              <a:rPr lang="es-CL" smtClean="0"/>
              <a:t>‹#›</a:t>
            </a:fld>
            <a:endParaRPr lang="es-CL"/>
          </a:p>
        </p:txBody>
      </p:sp>
    </p:spTree>
    <p:extLst>
      <p:ext uri="{BB962C8B-B14F-4D97-AF65-F5344CB8AC3E}">
        <p14:creationId xmlns:p14="http://schemas.microsoft.com/office/powerpoint/2010/main" val="490731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6638"/>
            <a:ext cx="7886700" cy="111322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533187"/>
            <a:ext cx="7886700" cy="365431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8650" y="5338158"/>
            <a:ext cx="2057400" cy="306637"/>
          </a:xfrm>
          <a:prstGeom prst="rect">
            <a:avLst/>
          </a:prstGeom>
        </p:spPr>
        <p:txBody>
          <a:bodyPr vert="horz" lIns="91440" tIns="45720" rIns="91440" bIns="45720" rtlCol="0" anchor="ctr"/>
          <a:lstStyle>
            <a:lvl1pPr algn="l">
              <a:defRPr sz="900">
                <a:solidFill>
                  <a:schemeClr val="tx1">
                    <a:tint val="75000"/>
                  </a:schemeClr>
                </a:solidFill>
              </a:defRPr>
            </a:lvl1pPr>
          </a:lstStyle>
          <a:p>
            <a:fld id="{54FB5702-4C46-4803-8640-AC94616135D0}" type="datetimeFigureOut">
              <a:rPr lang="es-CL" smtClean="0"/>
              <a:t>12-01-2025</a:t>
            </a:fld>
            <a:endParaRPr lang="es-CL"/>
          </a:p>
        </p:txBody>
      </p:sp>
      <p:sp>
        <p:nvSpPr>
          <p:cNvPr id="5" name="Footer Placeholder 4"/>
          <p:cNvSpPr>
            <a:spLocks noGrp="1"/>
          </p:cNvSpPr>
          <p:nvPr>
            <p:ph type="ftr" sz="quarter" idx="3"/>
          </p:nvPr>
        </p:nvSpPr>
        <p:spPr>
          <a:xfrm>
            <a:off x="3028950" y="5338158"/>
            <a:ext cx="3086100" cy="306637"/>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CL"/>
          </a:p>
        </p:txBody>
      </p:sp>
      <p:sp>
        <p:nvSpPr>
          <p:cNvPr id="6" name="Slide Number Placeholder 5"/>
          <p:cNvSpPr>
            <a:spLocks noGrp="1"/>
          </p:cNvSpPr>
          <p:nvPr>
            <p:ph type="sldNum" sz="quarter" idx="4"/>
          </p:nvPr>
        </p:nvSpPr>
        <p:spPr>
          <a:xfrm>
            <a:off x="6457950" y="5338158"/>
            <a:ext cx="2057400" cy="306637"/>
          </a:xfrm>
          <a:prstGeom prst="rect">
            <a:avLst/>
          </a:prstGeom>
        </p:spPr>
        <p:txBody>
          <a:bodyPr vert="horz" lIns="91440" tIns="45720" rIns="91440" bIns="45720" rtlCol="0" anchor="ctr"/>
          <a:lstStyle>
            <a:lvl1pPr algn="r">
              <a:defRPr sz="900">
                <a:solidFill>
                  <a:schemeClr val="tx1">
                    <a:tint val="75000"/>
                  </a:schemeClr>
                </a:solidFill>
              </a:defRPr>
            </a:lvl1pPr>
          </a:lstStyle>
          <a:p>
            <a:fld id="{EE5D6E8F-BECD-4CDD-BE60-FCB2B22F4634}" type="slidenum">
              <a:rPr lang="es-CL" smtClean="0"/>
              <a:t>‹#›</a:t>
            </a:fld>
            <a:endParaRPr lang="es-CL"/>
          </a:p>
        </p:txBody>
      </p:sp>
    </p:spTree>
    <p:extLst>
      <p:ext uri="{BB962C8B-B14F-4D97-AF65-F5344CB8AC3E}">
        <p14:creationId xmlns:p14="http://schemas.microsoft.com/office/powerpoint/2010/main" val="354358292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1084C545-B612-4877-BD2E-413B8C1D5A45}"/>
              </a:ext>
            </a:extLst>
          </p:cNvPr>
          <p:cNvSpPr txBox="1"/>
          <p:nvPr/>
        </p:nvSpPr>
        <p:spPr>
          <a:xfrm>
            <a:off x="3894010" y="1176998"/>
            <a:ext cx="1540842" cy="295915"/>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323" dirty="0">
                <a:latin typeface="Times New Roman" panose="02020603050405020304" pitchFamily="18" charset="0"/>
                <a:cs typeface="Times New Roman" panose="02020603050405020304" pitchFamily="18" charset="0"/>
              </a:rPr>
              <a:t>Randomization</a:t>
            </a:r>
          </a:p>
        </p:txBody>
      </p:sp>
      <p:sp>
        <p:nvSpPr>
          <p:cNvPr id="5" name="CuadroTexto 4">
            <a:extLst>
              <a:ext uri="{FF2B5EF4-FFF2-40B4-BE49-F238E27FC236}">
                <a16:creationId xmlns:a16="http://schemas.microsoft.com/office/drawing/2014/main" id="{E38729B3-95C8-40B9-9D16-D9799D652ECC}"/>
              </a:ext>
            </a:extLst>
          </p:cNvPr>
          <p:cNvSpPr txBox="1"/>
          <p:nvPr/>
        </p:nvSpPr>
        <p:spPr>
          <a:xfrm>
            <a:off x="768407" y="2741716"/>
            <a:ext cx="2238184" cy="499496"/>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323" dirty="0">
                <a:latin typeface="Times New Roman" panose="02020603050405020304" pitchFamily="18" charset="0"/>
                <a:cs typeface="Times New Roman" panose="02020603050405020304" pitchFamily="18" charset="0"/>
              </a:rPr>
              <a:t>Group 1 (</a:t>
            </a:r>
            <a:r>
              <a:rPr lang="en-GB" sz="1323" i="1" dirty="0">
                <a:latin typeface="Times New Roman" panose="02020603050405020304" pitchFamily="18" charset="0"/>
                <a:cs typeface="Times New Roman" panose="02020603050405020304" pitchFamily="18" charset="0"/>
              </a:rPr>
              <a:t>N</a:t>
            </a:r>
            <a:r>
              <a:rPr lang="en-GB" sz="1323" dirty="0">
                <a:latin typeface="Times New Roman" panose="02020603050405020304" pitchFamily="18" charset="0"/>
                <a:cs typeface="Times New Roman" panose="02020603050405020304" pitchFamily="18" charset="0"/>
              </a:rPr>
              <a:t>=712):</a:t>
            </a:r>
          </a:p>
          <a:p>
            <a:pPr algn="ctr"/>
            <a:r>
              <a:rPr lang="en-GB" sz="1323" dirty="0">
                <a:latin typeface="Times New Roman" panose="02020603050405020304" pitchFamily="18" charset="0"/>
                <a:cs typeface="Times New Roman" panose="02020603050405020304" pitchFamily="18" charset="0"/>
              </a:rPr>
              <a:t>Perception/Preference</a:t>
            </a:r>
          </a:p>
        </p:txBody>
      </p:sp>
      <p:sp>
        <p:nvSpPr>
          <p:cNvPr id="6" name="CuadroTexto 5">
            <a:extLst>
              <a:ext uri="{FF2B5EF4-FFF2-40B4-BE49-F238E27FC236}">
                <a16:creationId xmlns:a16="http://schemas.microsoft.com/office/drawing/2014/main" id="{39BD3987-8126-4CD0-A7D0-72C2204A8D37}"/>
              </a:ext>
            </a:extLst>
          </p:cNvPr>
          <p:cNvSpPr txBox="1"/>
          <p:nvPr/>
        </p:nvSpPr>
        <p:spPr>
          <a:xfrm>
            <a:off x="3545344" y="2741716"/>
            <a:ext cx="2238183" cy="499496"/>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323" dirty="0">
                <a:latin typeface="Times New Roman" panose="02020603050405020304" pitchFamily="18" charset="0"/>
                <a:cs typeface="Times New Roman" panose="02020603050405020304" pitchFamily="18" charset="0"/>
              </a:rPr>
              <a:t>Group 2 (</a:t>
            </a:r>
            <a:r>
              <a:rPr lang="en-GB" sz="1323" i="1" dirty="0">
                <a:latin typeface="Times New Roman" panose="02020603050405020304" pitchFamily="18" charset="0"/>
                <a:cs typeface="Times New Roman" panose="02020603050405020304" pitchFamily="18" charset="0"/>
              </a:rPr>
              <a:t>N</a:t>
            </a:r>
            <a:r>
              <a:rPr lang="en-GB" sz="1323" dirty="0">
                <a:latin typeface="Times New Roman" panose="02020603050405020304" pitchFamily="18" charset="0"/>
                <a:cs typeface="Times New Roman" panose="02020603050405020304" pitchFamily="18" charset="0"/>
              </a:rPr>
              <a:t>=717) :</a:t>
            </a:r>
          </a:p>
          <a:p>
            <a:pPr algn="ctr"/>
            <a:r>
              <a:rPr lang="en-GB" sz="1323" dirty="0">
                <a:latin typeface="Times New Roman" panose="02020603050405020304" pitchFamily="18" charset="0"/>
                <a:cs typeface="Times New Roman" panose="02020603050405020304" pitchFamily="18" charset="0"/>
              </a:rPr>
              <a:t>Meritocratic/Non-Meritocratic</a:t>
            </a:r>
          </a:p>
        </p:txBody>
      </p:sp>
      <p:sp>
        <p:nvSpPr>
          <p:cNvPr id="7" name="CuadroTexto 6">
            <a:extLst>
              <a:ext uri="{FF2B5EF4-FFF2-40B4-BE49-F238E27FC236}">
                <a16:creationId xmlns:a16="http://schemas.microsoft.com/office/drawing/2014/main" id="{D6101E3F-6D4B-4818-BB8A-5AFD02D8E365}"/>
              </a:ext>
            </a:extLst>
          </p:cNvPr>
          <p:cNvSpPr txBox="1"/>
          <p:nvPr/>
        </p:nvSpPr>
        <p:spPr>
          <a:xfrm>
            <a:off x="6419117" y="2741716"/>
            <a:ext cx="2238183" cy="499496"/>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323" dirty="0">
                <a:latin typeface="Times New Roman" panose="02020603050405020304" pitchFamily="18" charset="0"/>
                <a:cs typeface="Times New Roman" panose="02020603050405020304" pitchFamily="18" charset="0"/>
              </a:rPr>
              <a:t>Group 3 (</a:t>
            </a:r>
            <a:r>
              <a:rPr lang="en-GB" sz="1323" i="1" dirty="0">
                <a:latin typeface="Times New Roman" panose="02020603050405020304" pitchFamily="18" charset="0"/>
                <a:cs typeface="Times New Roman" panose="02020603050405020304" pitchFamily="18" charset="0"/>
              </a:rPr>
              <a:t>N</a:t>
            </a:r>
            <a:r>
              <a:rPr lang="en-GB" sz="1323" dirty="0">
                <a:latin typeface="Times New Roman" panose="02020603050405020304" pitchFamily="18" charset="0"/>
                <a:cs typeface="Times New Roman" panose="02020603050405020304" pitchFamily="18" charset="0"/>
              </a:rPr>
              <a:t>=712):</a:t>
            </a:r>
          </a:p>
          <a:p>
            <a:pPr algn="ctr"/>
            <a:r>
              <a:rPr lang="en-GB" sz="1323" dirty="0">
                <a:latin typeface="Times New Roman" panose="02020603050405020304" pitchFamily="18" charset="0"/>
                <a:cs typeface="Times New Roman" panose="02020603050405020304" pitchFamily="18" charset="0"/>
              </a:rPr>
              <a:t>Randomized </a:t>
            </a:r>
          </a:p>
        </p:txBody>
      </p:sp>
      <p:sp>
        <p:nvSpPr>
          <p:cNvPr id="16" name="CuadroTexto 15">
            <a:extLst>
              <a:ext uri="{FF2B5EF4-FFF2-40B4-BE49-F238E27FC236}">
                <a16:creationId xmlns:a16="http://schemas.microsoft.com/office/drawing/2014/main" id="{DA3F7464-911F-47AB-BA5C-5FB58F4A9F85}"/>
              </a:ext>
            </a:extLst>
          </p:cNvPr>
          <p:cNvSpPr txBox="1"/>
          <p:nvPr/>
        </p:nvSpPr>
        <p:spPr>
          <a:xfrm>
            <a:off x="3894009" y="327373"/>
            <a:ext cx="1540842" cy="295915"/>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323" dirty="0">
                <a:latin typeface="Times New Roman" panose="02020603050405020304" pitchFamily="18" charset="0"/>
                <a:cs typeface="Times New Roman" panose="02020603050405020304" pitchFamily="18" charset="0"/>
              </a:rPr>
              <a:t>Study</a:t>
            </a:r>
          </a:p>
        </p:txBody>
      </p:sp>
      <p:cxnSp>
        <p:nvCxnSpPr>
          <p:cNvPr id="18" name="Conector recto de flecha 17">
            <a:extLst>
              <a:ext uri="{FF2B5EF4-FFF2-40B4-BE49-F238E27FC236}">
                <a16:creationId xmlns:a16="http://schemas.microsoft.com/office/drawing/2014/main" id="{DDBB42F5-4A05-4350-8B3E-C1EB7C1A165A}"/>
              </a:ext>
            </a:extLst>
          </p:cNvPr>
          <p:cNvCxnSpPr>
            <a:cxnSpLocks/>
            <a:stCxn id="4" idx="2"/>
            <a:endCxn id="7" idx="0"/>
          </p:cNvCxnSpPr>
          <p:nvPr/>
        </p:nvCxnSpPr>
        <p:spPr>
          <a:xfrm>
            <a:off x="4664431" y="1472913"/>
            <a:ext cx="2873776" cy="1268805"/>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20" name="Conector recto de flecha 19">
            <a:extLst>
              <a:ext uri="{FF2B5EF4-FFF2-40B4-BE49-F238E27FC236}">
                <a16:creationId xmlns:a16="http://schemas.microsoft.com/office/drawing/2014/main" id="{741CE5BF-9E7D-4BFB-995E-A0BFBC4E0394}"/>
              </a:ext>
            </a:extLst>
          </p:cNvPr>
          <p:cNvCxnSpPr>
            <a:cxnSpLocks/>
            <a:stCxn id="4" idx="2"/>
            <a:endCxn id="6" idx="0"/>
          </p:cNvCxnSpPr>
          <p:nvPr/>
        </p:nvCxnSpPr>
        <p:spPr>
          <a:xfrm>
            <a:off x="4664433" y="1472913"/>
            <a:ext cx="3" cy="1268805"/>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22" name="Conector recto de flecha 21">
            <a:extLst>
              <a:ext uri="{FF2B5EF4-FFF2-40B4-BE49-F238E27FC236}">
                <a16:creationId xmlns:a16="http://schemas.microsoft.com/office/drawing/2014/main" id="{CDD3A578-6496-44A6-BC7D-BE789034335B}"/>
              </a:ext>
            </a:extLst>
          </p:cNvPr>
          <p:cNvCxnSpPr>
            <a:cxnSpLocks/>
            <a:stCxn id="4" idx="2"/>
            <a:endCxn id="5" idx="0"/>
          </p:cNvCxnSpPr>
          <p:nvPr/>
        </p:nvCxnSpPr>
        <p:spPr>
          <a:xfrm flipH="1">
            <a:off x="1887499" y="1472913"/>
            <a:ext cx="2776932" cy="1268805"/>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24" name="Conector recto de flecha 23">
            <a:extLst>
              <a:ext uri="{FF2B5EF4-FFF2-40B4-BE49-F238E27FC236}">
                <a16:creationId xmlns:a16="http://schemas.microsoft.com/office/drawing/2014/main" id="{96E66005-52B2-4376-9255-7E0C7940BAD5}"/>
              </a:ext>
            </a:extLst>
          </p:cNvPr>
          <p:cNvCxnSpPr>
            <a:stCxn id="16" idx="2"/>
            <a:endCxn id="4" idx="0"/>
          </p:cNvCxnSpPr>
          <p:nvPr/>
        </p:nvCxnSpPr>
        <p:spPr>
          <a:xfrm>
            <a:off x="4664432" y="623286"/>
            <a:ext cx="1" cy="55371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42" name="CuadroTexto 41">
            <a:extLst>
              <a:ext uri="{FF2B5EF4-FFF2-40B4-BE49-F238E27FC236}">
                <a16:creationId xmlns:a16="http://schemas.microsoft.com/office/drawing/2014/main" id="{9570293A-F3BE-47E7-A406-48A1E681CED5}"/>
              </a:ext>
            </a:extLst>
          </p:cNvPr>
          <p:cNvSpPr txBox="1"/>
          <p:nvPr/>
        </p:nvSpPr>
        <p:spPr>
          <a:xfrm>
            <a:off x="3590533" y="4713590"/>
            <a:ext cx="2147809" cy="295915"/>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323" dirty="0">
                <a:latin typeface="Times New Roman" panose="02020603050405020304" pitchFamily="18" charset="0"/>
                <a:cs typeface="Times New Roman" panose="02020603050405020304" pitchFamily="18" charset="0"/>
              </a:rPr>
              <a:t>Further questions</a:t>
            </a:r>
          </a:p>
        </p:txBody>
      </p:sp>
      <p:cxnSp>
        <p:nvCxnSpPr>
          <p:cNvPr id="44" name="Conector recto de flecha 43">
            <a:extLst>
              <a:ext uri="{FF2B5EF4-FFF2-40B4-BE49-F238E27FC236}">
                <a16:creationId xmlns:a16="http://schemas.microsoft.com/office/drawing/2014/main" id="{50E5FE43-711B-45FA-AE03-3682879068F2}"/>
              </a:ext>
            </a:extLst>
          </p:cNvPr>
          <p:cNvCxnSpPr>
            <a:cxnSpLocks/>
            <a:stCxn id="5" idx="2"/>
            <a:endCxn id="42" idx="0"/>
          </p:cNvCxnSpPr>
          <p:nvPr/>
        </p:nvCxnSpPr>
        <p:spPr>
          <a:xfrm>
            <a:off x="1887501" y="3241212"/>
            <a:ext cx="2776937" cy="1472376"/>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46" name="Conector recto de flecha 45">
            <a:extLst>
              <a:ext uri="{FF2B5EF4-FFF2-40B4-BE49-F238E27FC236}">
                <a16:creationId xmlns:a16="http://schemas.microsoft.com/office/drawing/2014/main" id="{DD69A49B-75CC-4815-96FB-2EDCFC9571A3}"/>
              </a:ext>
            </a:extLst>
          </p:cNvPr>
          <p:cNvCxnSpPr>
            <a:cxnSpLocks/>
            <a:stCxn id="6" idx="2"/>
            <a:endCxn id="42" idx="0"/>
          </p:cNvCxnSpPr>
          <p:nvPr/>
        </p:nvCxnSpPr>
        <p:spPr>
          <a:xfrm>
            <a:off x="4664434" y="3241212"/>
            <a:ext cx="2" cy="1472376"/>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48" name="Conector recto de flecha 47">
            <a:extLst>
              <a:ext uri="{FF2B5EF4-FFF2-40B4-BE49-F238E27FC236}">
                <a16:creationId xmlns:a16="http://schemas.microsoft.com/office/drawing/2014/main" id="{F7939352-5816-4A1D-90EC-7F2411753735}"/>
              </a:ext>
            </a:extLst>
          </p:cNvPr>
          <p:cNvCxnSpPr>
            <a:cxnSpLocks/>
            <a:stCxn id="7" idx="2"/>
            <a:endCxn id="42" idx="0"/>
          </p:cNvCxnSpPr>
          <p:nvPr/>
        </p:nvCxnSpPr>
        <p:spPr>
          <a:xfrm flipH="1">
            <a:off x="4664438" y="3241212"/>
            <a:ext cx="2873771" cy="1472376"/>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104" name="Rectángulo 103">
            <a:extLst>
              <a:ext uri="{FF2B5EF4-FFF2-40B4-BE49-F238E27FC236}">
                <a16:creationId xmlns:a16="http://schemas.microsoft.com/office/drawing/2014/main" id="{B537F030-B7B7-457E-9586-40B4054DDF87}"/>
              </a:ext>
            </a:extLst>
          </p:cNvPr>
          <p:cNvSpPr/>
          <p:nvPr/>
        </p:nvSpPr>
        <p:spPr>
          <a:xfrm>
            <a:off x="533861" y="1758638"/>
            <a:ext cx="8296245" cy="3672099"/>
          </a:xfrm>
          <a:prstGeom prst="rect">
            <a:avLst/>
          </a:prstGeom>
          <a:noFill/>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r"/>
            <a:endParaRPr lang="en-GB" sz="1701" dirty="0">
              <a:latin typeface="Times New Roman" panose="02020603050405020304" pitchFamily="18" charset="0"/>
              <a:cs typeface="Times New Roman" panose="02020603050405020304" pitchFamily="18" charset="0"/>
            </a:endParaRPr>
          </a:p>
          <a:p>
            <a:pPr algn="r"/>
            <a:endParaRPr lang="en-GB" sz="1701" dirty="0">
              <a:latin typeface="Times New Roman" panose="02020603050405020304" pitchFamily="18" charset="0"/>
              <a:cs typeface="Times New Roman" panose="02020603050405020304" pitchFamily="18" charset="0"/>
            </a:endParaRPr>
          </a:p>
          <a:p>
            <a:pPr algn="r"/>
            <a:endParaRPr lang="en-GB" sz="1701" dirty="0">
              <a:latin typeface="Times New Roman" panose="02020603050405020304" pitchFamily="18" charset="0"/>
              <a:cs typeface="Times New Roman" panose="02020603050405020304" pitchFamily="18" charset="0"/>
            </a:endParaRPr>
          </a:p>
          <a:p>
            <a:pPr algn="r"/>
            <a:endParaRPr lang="en-GB" sz="1701" dirty="0">
              <a:latin typeface="Times New Roman" panose="02020603050405020304" pitchFamily="18" charset="0"/>
              <a:cs typeface="Times New Roman" panose="02020603050405020304" pitchFamily="18" charset="0"/>
            </a:endParaRPr>
          </a:p>
          <a:p>
            <a:pPr algn="r"/>
            <a:endParaRPr lang="en-GB" sz="1701" dirty="0">
              <a:latin typeface="Times New Roman" panose="02020603050405020304" pitchFamily="18" charset="0"/>
              <a:cs typeface="Times New Roman" panose="02020603050405020304" pitchFamily="18" charset="0"/>
            </a:endParaRPr>
          </a:p>
          <a:p>
            <a:pPr algn="r"/>
            <a:endParaRPr lang="en-GB" sz="1701" dirty="0">
              <a:latin typeface="Times New Roman" panose="02020603050405020304" pitchFamily="18" charset="0"/>
              <a:cs typeface="Times New Roman" panose="02020603050405020304" pitchFamily="18" charset="0"/>
            </a:endParaRPr>
          </a:p>
          <a:p>
            <a:pPr algn="r"/>
            <a:endParaRPr lang="en-GB" sz="1701" dirty="0">
              <a:latin typeface="Times New Roman" panose="02020603050405020304" pitchFamily="18" charset="0"/>
              <a:cs typeface="Times New Roman" panose="02020603050405020304" pitchFamily="18" charset="0"/>
            </a:endParaRPr>
          </a:p>
          <a:p>
            <a:pPr algn="r"/>
            <a:endParaRPr lang="en-GB" sz="1701" dirty="0">
              <a:latin typeface="Times New Roman" panose="02020603050405020304" pitchFamily="18" charset="0"/>
              <a:cs typeface="Times New Roman" panose="02020603050405020304" pitchFamily="18" charset="0"/>
            </a:endParaRPr>
          </a:p>
          <a:p>
            <a:pPr algn="r"/>
            <a:endParaRPr lang="en-GB" sz="1701" dirty="0">
              <a:latin typeface="Times New Roman" panose="02020603050405020304" pitchFamily="18" charset="0"/>
              <a:cs typeface="Times New Roman" panose="02020603050405020304" pitchFamily="18" charset="0"/>
            </a:endParaRPr>
          </a:p>
          <a:p>
            <a:pPr algn="r"/>
            <a:endParaRPr lang="en-GB" sz="1701" dirty="0">
              <a:latin typeface="Times New Roman" panose="02020603050405020304" pitchFamily="18" charset="0"/>
              <a:cs typeface="Times New Roman" panose="02020603050405020304" pitchFamily="18" charset="0"/>
            </a:endParaRPr>
          </a:p>
          <a:p>
            <a:pPr algn="r"/>
            <a:endParaRPr lang="en-GB" sz="1701" dirty="0">
              <a:latin typeface="Times New Roman" panose="02020603050405020304" pitchFamily="18" charset="0"/>
              <a:cs typeface="Times New Roman" panose="02020603050405020304" pitchFamily="18" charset="0"/>
            </a:endParaRPr>
          </a:p>
          <a:p>
            <a:pPr algn="r"/>
            <a:endParaRPr lang="en-GB" sz="1701" dirty="0">
              <a:latin typeface="Times New Roman" panose="02020603050405020304" pitchFamily="18" charset="0"/>
              <a:cs typeface="Times New Roman" panose="02020603050405020304" pitchFamily="18" charset="0"/>
            </a:endParaRPr>
          </a:p>
          <a:p>
            <a:pPr algn="r"/>
            <a:r>
              <a:rPr lang="en-GB" sz="1323" dirty="0">
                <a:latin typeface="Times New Roman" panose="02020603050405020304" pitchFamily="18" charset="0"/>
                <a:cs typeface="Times New Roman" panose="02020603050405020304" pitchFamily="18" charset="0"/>
              </a:rPr>
              <a:t>Full sample (N=2141) </a:t>
            </a:r>
          </a:p>
        </p:txBody>
      </p:sp>
    </p:spTree>
    <p:extLst>
      <p:ext uri="{BB962C8B-B14F-4D97-AF65-F5344CB8AC3E}">
        <p14:creationId xmlns:p14="http://schemas.microsoft.com/office/powerpoint/2010/main" val="500274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5AC63CB-C087-F7E1-5645-74F0DC307CFF}"/>
              </a:ext>
            </a:extLst>
          </p:cNvPr>
          <p:cNvSpPr txBox="1"/>
          <p:nvPr/>
        </p:nvSpPr>
        <p:spPr>
          <a:xfrm>
            <a:off x="853440" y="1279327"/>
            <a:ext cx="7543800" cy="2862322"/>
          </a:xfrm>
          <a:prstGeom prst="rect">
            <a:avLst/>
          </a:prstGeom>
          <a:noFill/>
        </p:spPr>
        <p:txBody>
          <a:bodyPr wrap="square">
            <a:spAutoFit/>
          </a:bodyPr>
          <a:lstStyle/>
          <a:p>
            <a:pPr algn="just"/>
            <a:r>
              <a:rPr lang="en-US" sz="1800" dirty="0" err="1">
                <a:latin typeface="Arial" panose="020B0604020202020204" pitchFamily="34" charset="0"/>
              </a:rPr>
              <a:t>Mr</a:t>
            </a:r>
            <a:r>
              <a:rPr lang="en-US" sz="1800" dirty="0">
                <a:latin typeface="Arial" panose="020B0604020202020204" pitchFamily="34" charset="0"/>
              </a:rPr>
              <a:t> </a:t>
            </a:r>
            <a:r>
              <a:rPr lang="en-US" sz="1800" b="1" u="sng" dirty="0" err="1">
                <a:latin typeface="Arial" panose="020B0604020202020204" pitchFamily="34" charset="0"/>
              </a:rPr>
              <a:t>Mariman</a:t>
            </a:r>
            <a:r>
              <a:rPr lang="en-US" sz="1800" dirty="0">
                <a:latin typeface="Arial" panose="020B0604020202020204" pitchFamily="34" charset="0"/>
              </a:rPr>
              <a:t> is </a:t>
            </a:r>
            <a:r>
              <a:rPr lang="en-US" sz="1800" b="1" dirty="0">
                <a:latin typeface="Arial" panose="020B0604020202020204" pitchFamily="34" charset="0"/>
              </a:rPr>
              <a:t>35 years</a:t>
            </a:r>
            <a:r>
              <a:rPr lang="en-US" sz="1800" dirty="0">
                <a:latin typeface="Arial" panose="020B0604020202020204" pitchFamily="34" charset="0"/>
              </a:rPr>
              <a:t> old, attended a </a:t>
            </a:r>
            <a:r>
              <a:rPr lang="en-US" sz="1800" b="1" dirty="0">
                <a:latin typeface="Arial" panose="020B0604020202020204" pitchFamily="34" charset="0"/>
              </a:rPr>
              <a:t>state-</a:t>
            </a:r>
            <a:r>
              <a:rPr lang="en-US" sz="1800" b="1" dirty="0" err="1">
                <a:latin typeface="Arial" panose="020B0604020202020204" pitchFamily="34" charset="0"/>
              </a:rPr>
              <a:t>subsidised</a:t>
            </a:r>
            <a:r>
              <a:rPr lang="en-US" sz="1800" dirty="0">
                <a:latin typeface="Arial" panose="020B0604020202020204" pitchFamily="34" charset="0"/>
              </a:rPr>
              <a:t> school and completed </a:t>
            </a:r>
            <a:r>
              <a:rPr lang="en-US" sz="1800" b="1" dirty="0">
                <a:latin typeface="Arial" panose="020B0604020202020204" pitchFamily="34" charset="0"/>
              </a:rPr>
              <a:t>university studies</a:t>
            </a:r>
            <a:r>
              <a:rPr lang="en-US" sz="1800" dirty="0">
                <a:latin typeface="Arial" panose="020B0604020202020204" pitchFamily="34" charset="0"/>
              </a:rPr>
              <a:t>. He has </a:t>
            </a:r>
            <a:r>
              <a:rPr lang="en-US" sz="1800" b="1" dirty="0">
                <a:latin typeface="Arial" panose="020B0604020202020204" pitchFamily="34" charset="0"/>
              </a:rPr>
              <a:t>two children</a:t>
            </a:r>
            <a:r>
              <a:rPr lang="en-US" sz="1800" dirty="0">
                <a:latin typeface="Arial" panose="020B0604020202020204" pitchFamily="34" charset="0"/>
              </a:rPr>
              <a:t>, and his </a:t>
            </a:r>
            <a:r>
              <a:rPr lang="en-US" sz="1800" b="1" dirty="0">
                <a:latin typeface="Arial" panose="020B0604020202020204" pitchFamily="34" charset="0"/>
              </a:rPr>
              <a:t>mother</a:t>
            </a:r>
            <a:r>
              <a:rPr lang="en-US" sz="1800" dirty="0">
                <a:latin typeface="Arial" panose="020B0604020202020204" pitchFamily="34" charset="0"/>
              </a:rPr>
              <a:t> has completed </a:t>
            </a:r>
            <a:r>
              <a:rPr lang="en-US" sz="1800" b="1" dirty="0">
                <a:latin typeface="Arial" panose="020B0604020202020204" pitchFamily="34" charset="0"/>
              </a:rPr>
              <a:t>postgraduate studies</a:t>
            </a:r>
            <a:r>
              <a:rPr lang="en-US" sz="1800" dirty="0">
                <a:latin typeface="Arial" panose="020B0604020202020204" pitchFamily="34" charset="0"/>
              </a:rPr>
              <a:t>. He currently receives a gross monthly salary of </a:t>
            </a:r>
            <a:r>
              <a:rPr lang="en-US" sz="1800" b="1" dirty="0">
                <a:latin typeface="Arial" panose="020B0604020202020204" pitchFamily="34" charset="0"/>
              </a:rPr>
              <a:t>$1,200,000</a:t>
            </a:r>
            <a:r>
              <a:rPr lang="en-US" sz="1800" dirty="0">
                <a:latin typeface="Arial" panose="020B0604020202020204" pitchFamily="34" charset="0"/>
              </a:rPr>
              <a:t> pesos.</a:t>
            </a:r>
          </a:p>
          <a:p>
            <a:pPr algn="just"/>
            <a:endParaRPr lang="en-US" dirty="0">
              <a:latin typeface="Arial" panose="020B0604020202020204" pitchFamily="34" charset="0"/>
            </a:endParaRPr>
          </a:p>
          <a:p>
            <a:r>
              <a:rPr lang="en-US" sz="1800" b="1" dirty="0" err="1">
                <a:solidFill>
                  <a:srgbClr val="000000"/>
                </a:solidFill>
                <a:latin typeface="Arial" panose="020B0604020202020204" pitchFamily="34" charset="0"/>
              </a:rPr>
              <a:t>Mrs</a:t>
            </a:r>
            <a:r>
              <a:rPr lang="en-US" sz="1800" dirty="0">
                <a:solidFill>
                  <a:srgbClr val="000000"/>
                </a:solidFill>
                <a:latin typeface="Arial" panose="020B0604020202020204" pitchFamily="34" charset="0"/>
              </a:rPr>
              <a:t> </a:t>
            </a:r>
            <a:r>
              <a:rPr lang="en-US" sz="1800" b="1" dirty="0">
                <a:solidFill>
                  <a:srgbClr val="000000"/>
                </a:solidFill>
                <a:latin typeface="Arial" panose="020B0604020202020204" pitchFamily="34" charset="0"/>
              </a:rPr>
              <a:t>Schmidt </a:t>
            </a:r>
            <a:r>
              <a:rPr lang="en-US" sz="1800" dirty="0">
                <a:solidFill>
                  <a:srgbClr val="000000"/>
                </a:solidFill>
                <a:latin typeface="Arial" panose="020B0604020202020204" pitchFamily="34" charset="0"/>
              </a:rPr>
              <a:t>is </a:t>
            </a:r>
            <a:r>
              <a:rPr lang="en-US" sz="1800" b="1" dirty="0">
                <a:solidFill>
                  <a:srgbClr val="000000"/>
                </a:solidFill>
                <a:latin typeface="Arial" panose="020B0604020202020204" pitchFamily="34" charset="0"/>
              </a:rPr>
              <a:t>45 years </a:t>
            </a:r>
            <a:r>
              <a:rPr lang="en-US" sz="1800" dirty="0">
                <a:solidFill>
                  <a:srgbClr val="000000"/>
                </a:solidFill>
                <a:latin typeface="Arial" panose="020B0604020202020204" pitchFamily="34" charset="0"/>
              </a:rPr>
              <a:t>old, attended a </a:t>
            </a:r>
            <a:r>
              <a:rPr lang="en-US" sz="1800" b="1" dirty="0">
                <a:solidFill>
                  <a:srgbClr val="000000"/>
                </a:solidFill>
                <a:latin typeface="Arial" panose="020B0604020202020204" pitchFamily="34" charset="0"/>
              </a:rPr>
              <a:t>public</a:t>
            </a:r>
            <a:r>
              <a:rPr lang="en-US" sz="1800" dirty="0">
                <a:solidFill>
                  <a:srgbClr val="000000"/>
                </a:solidFill>
                <a:latin typeface="Arial" panose="020B0604020202020204" pitchFamily="34" charset="0"/>
              </a:rPr>
              <a:t> school and completed her </a:t>
            </a:r>
            <a:r>
              <a:rPr lang="en-US" sz="1800" b="1" dirty="0">
                <a:solidFill>
                  <a:srgbClr val="000000"/>
                </a:solidFill>
                <a:latin typeface="Arial" panose="020B0604020202020204" pitchFamily="34" charset="0"/>
              </a:rPr>
              <a:t>elementary education</a:t>
            </a:r>
            <a:r>
              <a:rPr lang="en-US" sz="1800" dirty="0">
                <a:solidFill>
                  <a:srgbClr val="000000"/>
                </a:solidFill>
                <a:latin typeface="Arial" panose="020B0604020202020204" pitchFamily="34" charset="0"/>
              </a:rPr>
              <a:t>. She has </a:t>
            </a:r>
            <a:r>
              <a:rPr lang="en-US" sz="1800" b="1" dirty="0">
                <a:solidFill>
                  <a:srgbClr val="000000"/>
                </a:solidFill>
                <a:latin typeface="Arial" panose="020B0604020202020204" pitchFamily="34" charset="0"/>
              </a:rPr>
              <a:t>no children</a:t>
            </a:r>
            <a:r>
              <a:rPr lang="en-US" sz="1800" dirty="0">
                <a:solidFill>
                  <a:srgbClr val="000000"/>
                </a:solidFill>
                <a:latin typeface="Arial" panose="020B0604020202020204" pitchFamily="34" charset="0"/>
              </a:rPr>
              <a:t> and her </a:t>
            </a:r>
            <a:r>
              <a:rPr lang="en-US" sz="1800" b="1" dirty="0">
                <a:solidFill>
                  <a:srgbClr val="000000"/>
                </a:solidFill>
                <a:latin typeface="Arial" panose="020B0604020202020204" pitchFamily="34" charset="0"/>
              </a:rPr>
              <a:t>mother</a:t>
            </a:r>
            <a:r>
              <a:rPr lang="en-US" sz="1800" dirty="0">
                <a:solidFill>
                  <a:srgbClr val="000000"/>
                </a:solidFill>
                <a:latin typeface="Arial" panose="020B0604020202020204" pitchFamily="34" charset="0"/>
              </a:rPr>
              <a:t> completed </a:t>
            </a:r>
            <a:r>
              <a:rPr lang="en-US" sz="1800" b="1" dirty="0">
                <a:solidFill>
                  <a:srgbClr val="000000"/>
                </a:solidFill>
                <a:latin typeface="Arial" panose="020B0604020202020204" pitchFamily="34" charset="0"/>
              </a:rPr>
              <a:t>secondary school</a:t>
            </a:r>
            <a:r>
              <a:rPr lang="en-US" sz="1800" dirty="0">
                <a:solidFill>
                  <a:srgbClr val="000000"/>
                </a:solidFill>
                <a:latin typeface="Arial" panose="020B0604020202020204" pitchFamily="34" charset="0"/>
              </a:rPr>
              <a:t>. She currently receives a gross monthly salary of </a:t>
            </a:r>
            <a:r>
              <a:rPr lang="en-US" sz="1800" b="1" dirty="0">
                <a:solidFill>
                  <a:srgbClr val="000000"/>
                </a:solidFill>
                <a:latin typeface="Arial" panose="020B0604020202020204" pitchFamily="34" charset="0"/>
              </a:rPr>
              <a:t>$4,300,000</a:t>
            </a:r>
            <a:r>
              <a:rPr lang="en-US" sz="1800" dirty="0">
                <a:solidFill>
                  <a:srgbClr val="000000"/>
                </a:solidFill>
                <a:latin typeface="Arial" panose="020B0604020202020204" pitchFamily="34" charset="0"/>
              </a:rPr>
              <a:t> pesos.</a:t>
            </a:r>
          </a:p>
          <a:p>
            <a:pPr algn="just"/>
            <a:endParaRPr lang="en-US" sz="1800" dirty="0">
              <a:latin typeface="Arial" panose="020B0604020202020204" pitchFamily="34" charset="0"/>
            </a:endParaRPr>
          </a:p>
        </p:txBody>
      </p:sp>
    </p:spTree>
    <p:extLst>
      <p:ext uri="{BB962C8B-B14F-4D97-AF65-F5344CB8AC3E}">
        <p14:creationId xmlns:p14="http://schemas.microsoft.com/office/powerpoint/2010/main" val="822191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734638B-2B4C-42E3-E1D2-8034AD54BA2B}"/>
              </a:ext>
            </a:extLst>
          </p:cNvPr>
          <p:cNvSpPr txBox="1"/>
          <p:nvPr/>
        </p:nvSpPr>
        <p:spPr>
          <a:xfrm>
            <a:off x="1322070" y="1229975"/>
            <a:ext cx="6499860" cy="2600712"/>
          </a:xfrm>
          <a:prstGeom prst="rect">
            <a:avLst/>
          </a:prstGeom>
          <a:noFill/>
        </p:spPr>
        <p:txBody>
          <a:bodyPr wrap="square">
            <a:spAutoFit/>
          </a:bodyPr>
          <a:lstStyle/>
          <a:p>
            <a:r>
              <a:rPr lang="es-CL" i="1" dirty="0" err="1"/>
              <a:t>How</a:t>
            </a:r>
            <a:r>
              <a:rPr lang="es-CL" i="1" dirty="0"/>
              <a:t> </a:t>
            </a:r>
            <a:r>
              <a:rPr lang="es-CL" i="1" dirty="0" err="1"/>
              <a:t>much</a:t>
            </a:r>
            <a:r>
              <a:rPr lang="es-CL" i="1" dirty="0"/>
              <a:t> do </a:t>
            </a:r>
            <a:r>
              <a:rPr lang="es-CL" i="1" dirty="0" err="1"/>
              <a:t>you</a:t>
            </a:r>
            <a:r>
              <a:rPr lang="es-CL" i="1" dirty="0"/>
              <a:t> </a:t>
            </a:r>
            <a:r>
              <a:rPr lang="es-CL" i="1" dirty="0" err="1"/>
              <a:t>think</a:t>
            </a:r>
            <a:r>
              <a:rPr lang="es-CL" i="1" dirty="0"/>
              <a:t> </a:t>
            </a:r>
            <a:r>
              <a:rPr lang="es-CL" i="1" dirty="0" err="1"/>
              <a:t>the</a:t>
            </a:r>
            <a:r>
              <a:rPr lang="es-CL" i="1" dirty="0"/>
              <a:t> </a:t>
            </a:r>
            <a:r>
              <a:rPr lang="es-CL" i="1" dirty="0" err="1"/>
              <a:t>person</a:t>
            </a:r>
            <a:r>
              <a:rPr lang="es-CL" i="1" dirty="0"/>
              <a:t> </a:t>
            </a:r>
            <a:r>
              <a:rPr lang="es-CL" i="1" dirty="0" err="1"/>
              <a:t>described</a:t>
            </a:r>
            <a:r>
              <a:rPr lang="es-CL" i="1" dirty="0"/>
              <a:t> </a:t>
            </a:r>
            <a:r>
              <a:rPr lang="es-CL" i="1" dirty="0" err="1"/>
              <a:t>above</a:t>
            </a:r>
            <a:r>
              <a:rPr lang="es-CL" i="1" dirty="0"/>
              <a:t> </a:t>
            </a:r>
            <a:r>
              <a:rPr lang="es-CL" b="1" i="1" dirty="0" err="1"/>
              <a:t>currently</a:t>
            </a:r>
            <a:r>
              <a:rPr lang="es-CL" b="1" i="1" dirty="0"/>
              <a:t> </a:t>
            </a:r>
            <a:r>
              <a:rPr lang="es-CL" b="1" i="1" dirty="0" err="1"/>
              <a:t>pays</a:t>
            </a:r>
            <a:r>
              <a:rPr lang="es-CL" b="1" i="1" dirty="0"/>
              <a:t> </a:t>
            </a:r>
            <a:r>
              <a:rPr lang="es-CL" i="1" dirty="0"/>
              <a:t>in </a:t>
            </a:r>
            <a:r>
              <a:rPr lang="es-CL" i="1" dirty="0" err="1"/>
              <a:t>income</a:t>
            </a:r>
            <a:r>
              <a:rPr lang="es-CL" i="1" dirty="0"/>
              <a:t> </a:t>
            </a:r>
            <a:r>
              <a:rPr lang="es-CL" i="1" dirty="0" err="1"/>
              <a:t>tax</a:t>
            </a:r>
            <a:r>
              <a:rPr lang="es-CL" i="1" dirty="0"/>
              <a:t>? </a:t>
            </a:r>
            <a:r>
              <a:rPr lang="es-CL" i="1" dirty="0" err="1"/>
              <a:t>Write</a:t>
            </a:r>
            <a:r>
              <a:rPr lang="es-CL" i="1" dirty="0"/>
              <a:t> </a:t>
            </a:r>
            <a:r>
              <a:rPr lang="es-CL" i="1" dirty="0" err="1"/>
              <a:t>your</a:t>
            </a:r>
            <a:r>
              <a:rPr lang="es-CL" i="1" dirty="0"/>
              <a:t> </a:t>
            </a:r>
            <a:r>
              <a:rPr lang="es-CL" i="1" dirty="0" err="1"/>
              <a:t>answer</a:t>
            </a:r>
            <a:r>
              <a:rPr lang="es-CL" i="1" dirty="0"/>
              <a:t> in </a:t>
            </a:r>
            <a:r>
              <a:rPr lang="es-CL" i="1" dirty="0" err="1"/>
              <a:t>Chilean</a:t>
            </a:r>
            <a:r>
              <a:rPr lang="es-CL" i="1" dirty="0"/>
              <a:t> pesos.</a:t>
            </a:r>
          </a:p>
          <a:p>
            <a:endParaRPr lang="es-CL" dirty="0"/>
          </a:p>
          <a:p>
            <a:r>
              <a:rPr lang="en-US" i="1" dirty="0"/>
              <a:t>How much do you think the person described above </a:t>
            </a:r>
            <a:r>
              <a:rPr lang="en-US" b="1" i="1" dirty="0"/>
              <a:t>should pay </a:t>
            </a:r>
            <a:r>
              <a:rPr lang="en-US" i="1" dirty="0"/>
              <a:t>in income tax? Write your answer in Chilean pesos. </a:t>
            </a:r>
            <a:br>
              <a:rPr lang="en-US" i="1" dirty="0"/>
            </a:br>
            <a:br>
              <a:rPr lang="en-US" i="1" dirty="0"/>
            </a:br>
            <a:r>
              <a:rPr lang="en-US" sz="1100" i="1" dirty="0"/>
              <a:t>Before answering, please read the following information carefully. In Chile there are different types of taxes, some of the most common are VAT (19% surcharge on the price of any product or service), fuel tax and income tax (those who receive income from work must pay a monthly tax according to their income). It is necessary to clarify that the payment of social security and health contributions (AFP and FONASA or ISAPRE) is not the same as income tax".</a:t>
            </a:r>
            <a:endParaRPr lang="es-CL" i="1" dirty="0"/>
          </a:p>
        </p:txBody>
      </p:sp>
    </p:spTree>
    <p:extLst>
      <p:ext uri="{BB962C8B-B14F-4D97-AF65-F5344CB8AC3E}">
        <p14:creationId xmlns:p14="http://schemas.microsoft.com/office/powerpoint/2010/main" val="1029520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CE20E9-8405-C1AD-FB3D-9F5E1ED005CC}"/>
              </a:ext>
            </a:extLst>
          </p:cNvPr>
          <p:cNvSpPr txBox="1"/>
          <p:nvPr/>
        </p:nvSpPr>
        <p:spPr>
          <a:xfrm>
            <a:off x="190500" y="175260"/>
            <a:ext cx="8244840" cy="3970318"/>
          </a:xfrm>
          <a:prstGeom prst="rect">
            <a:avLst/>
          </a:prstGeom>
          <a:noFill/>
        </p:spPr>
        <p:txBody>
          <a:bodyPr wrap="square">
            <a:spAutoFit/>
          </a:bodyPr>
          <a:lstStyle/>
          <a:p>
            <a:r>
              <a:rPr lang="es-CL" sz="1200" dirty="0"/>
              <a:t>In </a:t>
            </a:r>
            <a:r>
              <a:rPr lang="es-CL" sz="1200" dirty="0" err="1"/>
              <a:t>the</a:t>
            </a:r>
            <a:r>
              <a:rPr lang="es-CL" sz="1200" dirty="0"/>
              <a:t> </a:t>
            </a:r>
            <a:r>
              <a:rPr lang="es-CL" sz="1200" dirty="0" err="1"/>
              <a:t>following</a:t>
            </a:r>
            <a:r>
              <a:rPr lang="es-CL" sz="1200" dirty="0"/>
              <a:t> </a:t>
            </a:r>
            <a:r>
              <a:rPr lang="es-CL" sz="1200" dirty="0" err="1"/>
              <a:t>section</a:t>
            </a:r>
            <a:r>
              <a:rPr lang="es-CL" sz="1200" dirty="0"/>
              <a:t> </a:t>
            </a:r>
            <a:r>
              <a:rPr lang="es-CL" sz="1200" dirty="0" err="1"/>
              <a:t>we</a:t>
            </a:r>
            <a:r>
              <a:rPr lang="es-CL" sz="1200" dirty="0"/>
              <a:t> are </a:t>
            </a:r>
            <a:r>
              <a:rPr lang="es-CL" sz="1200" dirty="0" err="1"/>
              <a:t>interested</a:t>
            </a:r>
            <a:r>
              <a:rPr lang="es-CL" sz="1200" dirty="0"/>
              <a:t> in </a:t>
            </a:r>
            <a:r>
              <a:rPr lang="es-CL" sz="1200" dirty="0" err="1"/>
              <a:t>your</a:t>
            </a:r>
            <a:r>
              <a:rPr lang="es-CL" sz="1200" dirty="0"/>
              <a:t> </a:t>
            </a:r>
            <a:r>
              <a:rPr lang="es-CL" sz="1200" dirty="0" err="1"/>
              <a:t>opinion</a:t>
            </a:r>
            <a:r>
              <a:rPr lang="es-CL" sz="1200" dirty="0"/>
              <a:t> </a:t>
            </a:r>
            <a:r>
              <a:rPr lang="es-CL" sz="1200" dirty="0" err="1"/>
              <a:t>on</a:t>
            </a:r>
            <a:r>
              <a:rPr lang="es-CL" sz="1200" dirty="0"/>
              <a:t> </a:t>
            </a:r>
            <a:r>
              <a:rPr lang="es-CL" sz="1200" dirty="0" err="1"/>
              <a:t>income</a:t>
            </a:r>
            <a:r>
              <a:rPr lang="es-CL" sz="1200" dirty="0"/>
              <a:t> </a:t>
            </a:r>
            <a:r>
              <a:rPr lang="es-CL" sz="1200" dirty="0" err="1"/>
              <a:t>tax</a:t>
            </a:r>
            <a:r>
              <a:rPr lang="es-CL" sz="1200" dirty="0"/>
              <a:t>, </a:t>
            </a:r>
            <a:r>
              <a:rPr lang="es-CL" sz="1200" dirty="0" err="1"/>
              <a:t>which</a:t>
            </a:r>
            <a:r>
              <a:rPr lang="es-CL" sz="1200" dirty="0"/>
              <a:t> </a:t>
            </a:r>
            <a:r>
              <a:rPr lang="es-CL" sz="1200" dirty="0" err="1"/>
              <a:t>is</a:t>
            </a:r>
            <a:r>
              <a:rPr lang="es-CL" sz="1200" dirty="0"/>
              <a:t> </a:t>
            </a:r>
            <a:r>
              <a:rPr lang="es-CL" sz="1200" dirty="0" err="1"/>
              <a:t>the</a:t>
            </a:r>
            <a:r>
              <a:rPr lang="es-CL" sz="1200" dirty="0"/>
              <a:t> </a:t>
            </a:r>
            <a:r>
              <a:rPr lang="es-CL" sz="1200" dirty="0" err="1"/>
              <a:t>tax</a:t>
            </a:r>
            <a:r>
              <a:rPr lang="es-CL" sz="1200" dirty="0"/>
              <a:t> </a:t>
            </a:r>
            <a:r>
              <a:rPr lang="es-CL" sz="1200" dirty="0" err="1"/>
              <a:t>that</a:t>
            </a:r>
            <a:r>
              <a:rPr lang="es-CL" sz="1200" dirty="0"/>
              <a:t> </a:t>
            </a:r>
            <a:r>
              <a:rPr lang="es-CL" sz="1200" dirty="0" err="1"/>
              <a:t>is</a:t>
            </a:r>
            <a:r>
              <a:rPr lang="es-CL" sz="1200" dirty="0"/>
              <a:t> </a:t>
            </a:r>
            <a:r>
              <a:rPr lang="es-CL" sz="1200" dirty="0" err="1"/>
              <a:t>deducted</a:t>
            </a:r>
            <a:r>
              <a:rPr lang="es-CL" sz="1200" dirty="0"/>
              <a:t> </a:t>
            </a:r>
            <a:r>
              <a:rPr lang="es-CL" sz="1200" dirty="0" err="1"/>
              <a:t>from</a:t>
            </a:r>
            <a:r>
              <a:rPr lang="es-CL" sz="1200" dirty="0"/>
              <a:t> </a:t>
            </a:r>
            <a:r>
              <a:rPr lang="es-CL" sz="1200" dirty="0" err="1"/>
              <a:t>some</a:t>
            </a:r>
            <a:r>
              <a:rPr lang="es-CL" sz="1200" dirty="0"/>
              <a:t> </a:t>
            </a:r>
            <a:r>
              <a:rPr lang="es-CL" sz="1200" dirty="0" err="1"/>
              <a:t>people's</a:t>
            </a:r>
            <a:r>
              <a:rPr lang="es-CL" sz="1200" dirty="0"/>
              <a:t> </a:t>
            </a:r>
            <a:r>
              <a:rPr lang="es-CL" sz="1200" dirty="0" err="1"/>
              <a:t>monthly</a:t>
            </a:r>
            <a:r>
              <a:rPr lang="es-CL" sz="1200" dirty="0"/>
              <a:t> salaries </a:t>
            </a:r>
            <a:r>
              <a:rPr lang="es-CL" sz="1200" dirty="0" err="1"/>
              <a:t>according</a:t>
            </a:r>
            <a:r>
              <a:rPr lang="es-CL" sz="1200" dirty="0"/>
              <a:t> </a:t>
            </a:r>
            <a:r>
              <a:rPr lang="es-CL" sz="1200" dirty="0" err="1"/>
              <a:t>to</a:t>
            </a:r>
            <a:r>
              <a:rPr lang="es-CL" sz="1200" dirty="0"/>
              <a:t> </a:t>
            </a:r>
            <a:r>
              <a:rPr lang="es-CL" sz="1200" dirty="0" err="1"/>
              <a:t>the</a:t>
            </a:r>
            <a:r>
              <a:rPr lang="es-CL" sz="1200" dirty="0"/>
              <a:t> </a:t>
            </a:r>
            <a:r>
              <a:rPr lang="es-CL" sz="1200" dirty="0" err="1"/>
              <a:t>amount</a:t>
            </a:r>
            <a:r>
              <a:rPr lang="es-CL" sz="1200" dirty="0"/>
              <a:t> </a:t>
            </a:r>
            <a:r>
              <a:rPr lang="es-CL" sz="1200" dirty="0" err="1"/>
              <a:t>of</a:t>
            </a:r>
            <a:r>
              <a:rPr lang="es-CL" sz="1200" dirty="0"/>
              <a:t> </a:t>
            </a:r>
            <a:r>
              <a:rPr lang="es-CL" sz="1200" dirty="0" err="1"/>
              <a:t>money</a:t>
            </a:r>
            <a:r>
              <a:rPr lang="es-CL" sz="1200" dirty="0"/>
              <a:t> </a:t>
            </a:r>
            <a:r>
              <a:rPr lang="es-CL" sz="1200" dirty="0" err="1"/>
              <a:t>they</a:t>
            </a:r>
            <a:r>
              <a:rPr lang="es-CL" sz="1200" dirty="0"/>
              <a:t> </a:t>
            </a:r>
            <a:r>
              <a:rPr lang="es-CL" sz="1200" dirty="0" err="1"/>
              <a:t>received</a:t>
            </a:r>
            <a:r>
              <a:rPr lang="es-CL" sz="1200" dirty="0"/>
              <a:t> </a:t>
            </a:r>
            <a:r>
              <a:rPr lang="es-CL" sz="1200" dirty="0" err="1"/>
              <a:t>when</a:t>
            </a:r>
            <a:r>
              <a:rPr lang="es-CL" sz="1200" dirty="0"/>
              <a:t> </a:t>
            </a:r>
            <a:r>
              <a:rPr lang="es-CL" sz="1200" dirty="0" err="1"/>
              <a:t>performing</a:t>
            </a:r>
            <a:r>
              <a:rPr lang="es-CL" sz="1200" dirty="0"/>
              <a:t> a </a:t>
            </a:r>
            <a:r>
              <a:rPr lang="es-CL" sz="1200" dirty="0" err="1"/>
              <a:t>job</a:t>
            </a:r>
            <a:r>
              <a:rPr lang="es-CL" sz="1200" dirty="0"/>
              <a:t> </a:t>
            </a:r>
            <a:r>
              <a:rPr lang="es-CL" sz="1200" dirty="0" err="1"/>
              <a:t>under</a:t>
            </a:r>
            <a:r>
              <a:rPr lang="es-CL" sz="1200" dirty="0"/>
              <a:t> </a:t>
            </a:r>
            <a:r>
              <a:rPr lang="es-CL" sz="1200" dirty="0" err="1"/>
              <a:t>contract</a:t>
            </a:r>
            <a:r>
              <a:rPr lang="es-CL" sz="1200" dirty="0"/>
              <a:t>. </a:t>
            </a:r>
            <a:r>
              <a:rPr lang="es-CL" sz="1200" dirty="0" err="1"/>
              <a:t>By</a:t>
            </a:r>
            <a:r>
              <a:rPr lang="es-CL" sz="1200" dirty="0"/>
              <a:t> </a:t>
            </a:r>
            <a:r>
              <a:rPr lang="es-CL" sz="1200" dirty="0" err="1"/>
              <a:t>way</a:t>
            </a:r>
            <a:r>
              <a:rPr lang="es-CL" sz="1200" dirty="0"/>
              <a:t> </a:t>
            </a:r>
            <a:r>
              <a:rPr lang="es-CL" sz="1200" dirty="0" err="1"/>
              <a:t>of</a:t>
            </a:r>
            <a:r>
              <a:rPr lang="es-CL" sz="1200" dirty="0"/>
              <a:t> </a:t>
            </a:r>
            <a:r>
              <a:rPr lang="es-CL" sz="1200" dirty="0" err="1"/>
              <a:t>clarification</a:t>
            </a:r>
            <a:r>
              <a:rPr lang="es-CL" sz="1200" dirty="0"/>
              <a:t>, </a:t>
            </a:r>
            <a:r>
              <a:rPr lang="es-CL" sz="1200" dirty="0" err="1"/>
              <a:t>this</a:t>
            </a:r>
            <a:r>
              <a:rPr lang="es-CL" sz="1200" dirty="0"/>
              <a:t> </a:t>
            </a:r>
            <a:r>
              <a:rPr lang="es-CL" sz="1200" dirty="0" err="1"/>
              <a:t>tax</a:t>
            </a:r>
            <a:r>
              <a:rPr lang="es-CL" sz="1200" dirty="0"/>
              <a:t> </a:t>
            </a:r>
            <a:r>
              <a:rPr lang="es-CL" sz="1200" dirty="0" err="1"/>
              <a:t>is</a:t>
            </a:r>
            <a:r>
              <a:rPr lang="es-CL" sz="1200" dirty="0"/>
              <a:t> </a:t>
            </a:r>
            <a:r>
              <a:rPr lang="es-CL" sz="1200" dirty="0" err="1"/>
              <a:t>different</a:t>
            </a:r>
            <a:r>
              <a:rPr lang="es-CL" sz="1200" dirty="0"/>
              <a:t> </a:t>
            </a:r>
            <a:r>
              <a:rPr lang="es-CL" sz="1200" dirty="0" err="1"/>
              <a:t>to</a:t>
            </a:r>
            <a:r>
              <a:rPr lang="es-CL" sz="1200" dirty="0"/>
              <a:t> </a:t>
            </a:r>
            <a:r>
              <a:rPr lang="es-CL" sz="1200" dirty="0" err="1"/>
              <a:t>the</a:t>
            </a:r>
            <a:r>
              <a:rPr lang="es-CL" sz="1200" dirty="0"/>
              <a:t> and </a:t>
            </a:r>
            <a:r>
              <a:rPr lang="es-CL" sz="1200" dirty="0" err="1"/>
              <a:t>it</a:t>
            </a:r>
            <a:r>
              <a:rPr lang="es-CL" sz="1200" dirty="0"/>
              <a:t> </a:t>
            </a:r>
            <a:r>
              <a:rPr lang="es-CL" sz="1200" dirty="0" err="1"/>
              <a:t>is</a:t>
            </a:r>
            <a:r>
              <a:rPr lang="es-CL" sz="1200" dirty="0"/>
              <a:t> </a:t>
            </a:r>
            <a:r>
              <a:rPr lang="es-CL" sz="1200" dirty="0" err="1"/>
              <a:t>also</a:t>
            </a:r>
            <a:r>
              <a:rPr lang="es-CL" sz="1200" dirty="0"/>
              <a:t> </a:t>
            </a:r>
            <a:r>
              <a:rPr lang="es-CL" sz="1200" dirty="0" err="1"/>
              <a:t>different</a:t>
            </a:r>
            <a:r>
              <a:rPr lang="es-CL" sz="1200" dirty="0"/>
              <a:t> </a:t>
            </a:r>
            <a:r>
              <a:rPr lang="es-CL" sz="1200" dirty="0" err="1"/>
              <a:t>from</a:t>
            </a:r>
            <a:r>
              <a:rPr lang="es-CL" sz="1200" dirty="0"/>
              <a:t> </a:t>
            </a:r>
            <a:r>
              <a:rPr lang="es-CL" sz="1200" dirty="0" err="1"/>
              <a:t>the</a:t>
            </a:r>
            <a:r>
              <a:rPr lang="es-CL" sz="1200" dirty="0"/>
              <a:t> </a:t>
            </a:r>
            <a:r>
              <a:rPr lang="es-CL" sz="1200" dirty="0" err="1"/>
              <a:t>withholding</a:t>
            </a:r>
            <a:r>
              <a:rPr lang="es-CL" sz="1200" dirty="0"/>
              <a:t> </a:t>
            </a:r>
            <a:r>
              <a:rPr lang="es-CL" sz="1200" dirty="0" err="1"/>
              <a:t>tax</a:t>
            </a:r>
            <a:r>
              <a:rPr lang="es-CL" sz="1200" dirty="0"/>
              <a:t> </a:t>
            </a:r>
            <a:r>
              <a:rPr lang="es-CL" sz="1200" dirty="0" err="1"/>
              <a:t>for</a:t>
            </a:r>
            <a:r>
              <a:rPr lang="es-CL" sz="1200" dirty="0"/>
              <a:t> fee </a:t>
            </a:r>
            <a:r>
              <a:rPr lang="es-CL" sz="1200" dirty="0" err="1"/>
              <a:t>receipts</a:t>
            </a:r>
            <a:r>
              <a:rPr lang="es-CL" sz="1200" dirty="0"/>
              <a:t>.   </a:t>
            </a:r>
            <a:r>
              <a:rPr lang="es-CL" sz="1200" dirty="0" err="1"/>
              <a:t>You</a:t>
            </a:r>
            <a:r>
              <a:rPr lang="es-CL" sz="1200" dirty="0"/>
              <a:t> </a:t>
            </a:r>
            <a:r>
              <a:rPr lang="es-CL" sz="1200" dirty="0" err="1"/>
              <a:t>will</a:t>
            </a:r>
            <a:r>
              <a:rPr lang="es-CL" sz="1200" dirty="0"/>
              <a:t> be </a:t>
            </a:r>
            <a:r>
              <a:rPr lang="es-CL" sz="1200" dirty="0" err="1"/>
              <a:t>presented</a:t>
            </a:r>
            <a:r>
              <a:rPr lang="es-CL" sz="1200" dirty="0"/>
              <a:t> </a:t>
            </a:r>
            <a:r>
              <a:rPr lang="es-CL" sz="1200" dirty="0" err="1"/>
              <a:t>with</a:t>
            </a:r>
            <a:r>
              <a:rPr lang="es-CL" sz="1200" dirty="0"/>
              <a:t> </a:t>
            </a:r>
            <a:r>
              <a:rPr lang="es-CL" sz="1200" dirty="0" err="1"/>
              <a:t>descriptions</a:t>
            </a:r>
            <a:r>
              <a:rPr lang="es-CL" sz="1200" dirty="0"/>
              <a:t> </a:t>
            </a:r>
            <a:r>
              <a:rPr lang="es-CL" sz="1200" dirty="0" err="1"/>
              <a:t>of</a:t>
            </a:r>
            <a:r>
              <a:rPr lang="es-CL" sz="1200" dirty="0"/>
              <a:t> </a:t>
            </a:r>
            <a:r>
              <a:rPr lang="es-CL" sz="1200" dirty="0" err="1"/>
              <a:t>people</a:t>
            </a:r>
            <a:r>
              <a:rPr lang="es-CL" sz="1200" dirty="0"/>
              <a:t> </a:t>
            </a:r>
            <a:r>
              <a:rPr lang="es-CL" sz="1200" dirty="0" err="1"/>
              <a:t>with</a:t>
            </a:r>
            <a:r>
              <a:rPr lang="es-CL" sz="1200" dirty="0"/>
              <a:t> </a:t>
            </a:r>
            <a:r>
              <a:rPr lang="es-CL" sz="1200" dirty="0" err="1"/>
              <a:t>different</a:t>
            </a:r>
            <a:r>
              <a:rPr lang="es-CL" sz="1200" dirty="0"/>
              <a:t> </a:t>
            </a:r>
            <a:r>
              <a:rPr lang="es-CL" sz="1200" dirty="0" err="1"/>
              <a:t>characteristics</a:t>
            </a:r>
            <a:r>
              <a:rPr lang="es-CL" sz="1200" dirty="0"/>
              <a:t> and </a:t>
            </a:r>
            <a:r>
              <a:rPr lang="es-CL" sz="1200" dirty="0" err="1"/>
              <a:t>their</a:t>
            </a:r>
            <a:r>
              <a:rPr lang="es-CL" sz="1200" dirty="0"/>
              <a:t> </a:t>
            </a:r>
            <a:r>
              <a:rPr lang="es-CL" sz="1200" dirty="0" err="1"/>
              <a:t>gross</a:t>
            </a:r>
            <a:r>
              <a:rPr lang="es-CL" sz="1200" dirty="0"/>
              <a:t> </a:t>
            </a:r>
            <a:r>
              <a:rPr lang="es-CL" sz="1200" dirty="0" err="1"/>
              <a:t>salary</a:t>
            </a:r>
            <a:r>
              <a:rPr lang="es-CL" sz="1200" dirty="0"/>
              <a:t> (</a:t>
            </a:r>
            <a:r>
              <a:rPr lang="es-CL" sz="1200" dirty="0" err="1"/>
              <a:t>before</a:t>
            </a:r>
            <a:r>
              <a:rPr lang="es-CL" sz="1200" dirty="0"/>
              <a:t> </a:t>
            </a:r>
            <a:r>
              <a:rPr lang="es-CL" sz="1200" dirty="0" err="1"/>
              <a:t>deductions</a:t>
            </a:r>
            <a:r>
              <a:rPr lang="es-CL" sz="1200" dirty="0"/>
              <a:t>), as in </a:t>
            </a:r>
            <a:r>
              <a:rPr lang="es-CL" sz="1200" dirty="0" err="1"/>
              <a:t>the</a:t>
            </a:r>
            <a:r>
              <a:rPr lang="es-CL" sz="1200" dirty="0"/>
              <a:t> </a:t>
            </a:r>
            <a:r>
              <a:rPr lang="es-CL" sz="1200" dirty="0" err="1"/>
              <a:t>following</a:t>
            </a:r>
            <a:r>
              <a:rPr lang="es-CL" sz="1200" dirty="0"/>
              <a:t> table. (</a:t>
            </a:r>
            <a:r>
              <a:rPr lang="es-CL" sz="1200" dirty="0" err="1"/>
              <a:t>before</a:t>
            </a:r>
            <a:r>
              <a:rPr lang="es-CL" sz="1200" dirty="0"/>
              <a:t> </a:t>
            </a:r>
            <a:r>
              <a:rPr lang="es-CL" sz="1200" dirty="0" err="1"/>
              <a:t>deductions</a:t>
            </a:r>
            <a:r>
              <a:rPr lang="es-CL" sz="1200" dirty="0"/>
              <a:t>), as in </a:t>
            </a:r>
            <a:r>
              <a:rPr lang="es-CL" sz="1200" dirty="0" err="1"/>
              <a:t>the</a:t>
            </a:r>
            <a:r>
              <a:rPr lang="es-CL" sz="1200" dirty="0"/>
              <a:t> </a:t>
            </a:r>
            <a:r>
              <a:rPr lang="es-CL" sz="1200" dirty="0" err="1"/>
              <a:t>following</a:t>
            </a:r>
            <a:r>
              <a:rPr lang="es-CL" sz="1200" dirty="0"/>
              <a:t> </a:t>
            </a:r>
            <a:r>
              <a:rPr lang="es-CL" sz="1200" dirty="0" err="1"/>
              <a:t>example</a:t>
            </a:r>
            <a:r>
              <a:rPr lang="es-CL" sz="1200" dirty="0"/>
              <a:t>:</a:t>
            </a:r>
          </a:p>
          <a:p>
            <a:r>
              <a:rPr lang="es-CL" sz="1200" dirty="0"/>
              <a:t> </a:t>
            </a:r>
          </a:p>
          <a:p>
            <a:r>
              <a:rPr lang="es-CL" sz="1200" dirty="0"/>
              <a:t> - Mr. Pailahueque </a:t>
            </a:r>
            <a:r>
              <a:rPr lang="es-CL" sz="1200" dirty="0" err="1"/>
              <a:t>is</a:t>
            </a:r>
            <a:r>
              <a:rPr lang="es-CL" sz="1200" dirty="0"/>
              <a:t> 55 </a:t>
            </a:r>
            <a:r>
              <a:rPr lang="es-CL" sz="1200" dirty="0" err="1"/>
              <a:t>years</a:t>
            </a:r>
            <a:r>
              <a:rPr lang="es-CL" sz="1200" dirty="0"/>
              <a:t> </a:t>
            </a:r>
            <a:r>
              <a:rPr lang="es-CL" sz="1200" dirty="0" err="1"/>
              <a:t>old</a:t>
            </a:r>
            <a:r>
              <a:rPr lang="es-CL" sz="1200" dirty="0"/>
              <a:t>, he </a:t>
            </a:r>
            <a:r>
              <a:rPr lang="es-CL" sz="1200" dirty="0" err="1"/>
              <a:t>studied</a:t>
            </a:r>
            <a:r>
              <a:rPr lang="es-CL" sz="1200" dirty="0"/>
              <a:t> in a municipal </a:t>
            </a:r>
            <a:r>
              <a:rPr lang="es-CL" sz="1200" dirty="0" err="1"/>
              <a:t>school</a:t>
            </a:r>
            <a:r>
              <a:rPr lang="es-CL" sz="1200" dirty="0"/>
              <a:t> and </a:t>
            </a:r>
            <a:r>
              <a:rPr lang="es-CL" sz="1200" dirty="0" err="1"/>
              <a:t>completed</a:t>
            </a:r>
            <a:endParaRPr lang="es-CL" sz="1200" dirty="0"/>
          </a:p>
          <a:p>
            <a:r>
              <a:rPr lang="es-CL" sz="1200" dirty="0" err="1"/>
              <a:t>postgraduate</a:t>
            </a:r>
            <a:r>
              <a:rPr lang="es-CL" sz="1200" dirty="0"/>
              <a:t> </a:t>
            </a:r>
            <a:r>
              <a:rPr lang="es-CL" sz="1200" dirty="0" err="1"/>
              <a:t>studies</a:t>
            </a:r>
            <a:r>
              <a:rPr lang="es-CL" sz="1200" dirty="0"/>
              <a:t>. He has </a:t>
            </a:r>
            <a:r>
              <a:rPr lang="es-CL" sz="1200" dirty="0" err="1"/>
              <a:t>two</a:t>
            </a:r>
            <a:r>
              <a:rPr lang="es-CL" sz="1200" dirty="0"/>
              <a:t> </a:t>
            </a:r>
            <a:r>
              <a:rPr lang="es-CL" sz="1200" dirty="0" err="1"/>
              <a:t>children</a:t>
            </a:r>
            <a:r>
              <a:rPr lang="es-CL" sz="1200" dirty="0"/>
              <a:t> and </a:t>
            </a:r>
            <a:r>
              <a:rPr lang="es-CL" sz="1200" dirty="0" err="1"/>
              <a:t>his</a:t>
            </a:r>
            <a:r>
              <a:rPr lang="es-CL" sz="1200" dirty="0"/>
              <a:t> </a:t>
            </a:r>
            <a:r>
              <a:rPr lang="es-CL" sz="1200" dirty="0" err="1"/>
              <a:t>mother</a:t>
            </a:r>
            <a:r>
              <a:rPr lang="es-CL" sz="1200" dirty="0"/>
              <a:t> </a:t>
            </a:r>
            <a:r>
              <a:rPr lang="es-CL" sz="1200" dirty="0" err="1"/>
              <a:t>completed</a:t>
            </a:r>
            <a:r>
              <a:rPr lang="es-CL" sz="1200" dirty="0"/>
              <a:t> </a:t>
            </a:r>
            <a:r>
              <a:rPr lang="es-CL" sz="1200" dirty="0" err="1"/>
              <a:t>high</a:t>
            </a:r>
            <a:r>
              <a:rPr lang="es-CL" sz="1200" dirty="0"/>
              <a:t> </a:t>
            </a:r>
            <a:r>
              <a:rPr lang="es-CL" sz="1200" dirty="0" err="1"/>
              <a:t>school</a:t>
            </a:r>
            <a:r>
              <a:rPr lang="es-CL" sz="1200" dirty="0"/>
              <a:t>.</a:t>
            </a:r>
          </a:p>
          <a:p>
            <a:r>
              <a:rPr lang="es-CL" sz="1200" dirty="0"/>
              <a:t>He </a:t>
            </a:r>
            <a:r>
              <a:rPr lang="es-CL" sz="1200" dirty="0" err="1"/>
              <a:t>currently</a:t>
            </a:r>
            <a:r>
              <a:rPr lang="es-CL" sz="1200" dirty="0"/>
              <a:t> </a:t>
            </a:r>
            <a:r>
              <a:rPr lang="es-CL" sz="1200" dirty="0" err="1"/>
              <a:t>receives</a:t>
            </a:r>
            <a:r>
              <a:rPr lang="es-CL" sz="1200" dirty="0"/>
              <a:t> a </a:t>
            </a:r>
            <a:r>
              <a:rPr lang="es-CL" sz="1200" dirty="0" err="1"/>
              <a:t>gross</a:t>
            </a:r>
            <a:r>
              <a:rPr lang="es-CL" sz="1200" dirty="0"/>
              <a:t> </a:t>
            </a:r>
            <a:r>
              <a:rPr lang="es-CL" sz="1200" dirty="0" err="1"/>
              <a:t>monthly</a:t>
            </a:r>
            <a:r>
              <a:rPr lang="es-CL" sz="1200" dirty="0"/>
              <a:t> </a:t>
            </a:r>
            <a:r>
              <a:rPr lang="es-CL" sz="1200" dirty="0" err="1"/>
              <a:t>salary</a:t>
            </a:r>
            <a:r>
              <a:rPr lang="es-CL" sz="1200" dirty="0"/>
              <a:t> </a:t>
            </a:r>
            <a:r>
              <a:rPr lang="es-CL" sz="1200" dirty="0" err="1"/>
              <a:t>of</a:t>
            </a:r>
            <a:r>
              <a:rPr lang="es-CL" sz="1200" dirty="0"/>
              <a:t> $655,000 pesos.</a:t>
            </a:r>
          </a:p>
          <a:p>
            <a:r>
              <a:rPr lang="es-CL" sz="1200" dirty="0"/>
              <a:t> </a:t>
            </a:r>
          </a:p>
          <a:p>
            <a:r>
              <a:rPr lang="es-CL" sz="1200" dirty="0"/>
              <a:t> After </a:t>
            </a:r>
            <a:r>
              <a:rPr lang="es-CL" sz="1200" dirty="0" err="1"/>
              <a:t>the</a:t>
            </a:r>
            <a:r>
              <a:rPr lang="es-CL" sz="1200" dirty="0"/>
              <a:t> </a:t>
            </a:r>
            <a:r>
              <a:rPr lang="es-CL" sz="1200" dirty="0" err="1"/>
              <a:t>presentation</a:t>
            </a:r>
            <a:r>
              <a:rPr lang="es-CL" sz="1200" dirty="0"/>
              <a:t> </a:t>
            </a:r>
            <a:r>
              <a:rPr lang="es-CL" sz="1200" dirty="0" err="1"/>
              <a:t>of</a:t>
            </a:r>
            <a:r>
              <a:rPr lang="es-CL" sz="1200" dirty="0"/>
              <a:t> </a:t>
            </a:r>
            <a:r>
              <a:rPr lang="es-CL" sz="1200" dirty="0" err="1"/>
              <a:t>each</a:t>
            </a:r>
            <a:r>
              <a:rPr lang="es-CL" sz="1200" dirty="0"/>
              <a:t> </a:t>
            </a:r>
            <a:r>
              <a:rPr lang="es-CL" sz="1200" dirty="0" err="1"/>
              <a:t>description</a:t>
            </a:r>
            <a:r>
              <a:rPr lang="es-CL" sz="1200" dirty="0"/>
              <a:t>, </a:t>
            </a:r>
            <a:r>
              <a:rPr lang="es-CL" sz="1200" dirty="0" err="1"/>
              <a:t>two</a:t>
            </a:r>
            <a:r>
              <a:rPr lang="es-CL" sz="1200" dirty="0"/>
              <a:t> </a:t>
            </a:r>
            <a:r>
              <a:rPr lang="es-CL" sz="1200" dirty="0" err="1"/>
              <a:t>questions</a:t>
            </a:r>
            <a:r>
              <a:rPr lang="es-CL" sz="1200" dirty="0"/>
              <a:t> are </a:t>
            </a:r>
            <a:r>
              <a:rPr lang="es-CL" sz="1200" dirty="0" err="1"/>
              <a:t>asked</a:t>
            </a:r>
            <a:r>
              <a:rPr lang="es-CL" sz="1200" dirty="0"/>
              <a:t>:   </a:t>
            </a:r>
          </a:p>
          <a:p>
            <a:r>
              <a:rPr lang="es-CL" sz="1200" dirty="0"/>
              <a:t> - </a:t>
            </a:r>
            <a:r>
              <a:rPr lang="es-CL" sz="1200" dirty="0" err="1"/>
              <a:t>How</a:t>
            </a:r>
            <a:r>
              <a:rPr lang="es-CL" sz="1200" dirty="0"/>
              <a:t> </a:t>
            </a:r>
            <a:r>
              <a:rPr lang="es-CL" sz="1200" dirty="0" err="1"/>
              <a:t>much</a:t>
            </a:r>
            <a:r>
              <a:rPr lang="es-CL" sz="1200" dirty="0"/>
              <a:t> do </a:t>
            </a:r>
            <a:r>
              <a:rPr lang="es-CL" sz="1200" dirty="0" err="1"/>
              <a:t>you</a:t>
            </a:r>
            <a:r>
              <a:rPr lang="es-CL" sz="1200" dirty="0"/>
              <a:t> </a:t>
            </a:r>
            <a:r>
              <a:rPr lang="es-CL" sz="1200" dirty="0" err="1"/>
              <a:t>think</a:t>
            </a:r>
            <a:r>
              <a:rPr lang="es-CL" sz="1200" dirty="0"/>
              <a:t> </a:t>
            </a:r>
            <a:r>
              <a:rPr lang="es-CL" sz="1200" dirty="0" err="1"/>
              <a:t>the</a:t>
            </a:r>
            <a:r>
              <a:rPr lang="es-CL" sz="1200" dirty="0"/>
              <a:t> </a:t>
            </a:r>
            <a:r>
              <a:rPr lang="es-CL" sz="1200" dirty="0" err="1"/>
              <a:t>person</a:t>
            </a:r>
            <a:r>
              <a:rPr lang="es-CL" sz="1200" dirty="0"/>
              <a:t> </a:t>
            </a:r>
            <a:r>
              <a:rPr lang="es-CL" sz="1200" dirty="0" err="1"/>
              <a:t>described</a:t>
            </a:r>
            <a:r>
              <a:rPr lang="es-CL" sz="1200" dirty="0"/>
              <a:t> </a:t>
            </a:r>
            <a:r>
              <a:rPr lang="es-CL" sz="1200" dirty="0" err="1"/>
              <a:t>currently</a:t>
            </a:r>
            <a:r>
              <a:rPr lang="es-CL" sz="1200" dirty="0"/>
              <a:t> </a:t>
            </a:r>
            <a:r>
              <a:rPr lang="es-CL" sz="1200" dirty="0" err="1"/>
              <a:t>pays</a:t>
            </a:r>
            <a:r>
              <a:rPr lang="es-CL" sz="1200" dirty="0"/>
              <a:t> in </a:t>
            </a:r>
            <a:r>
              <a:rPr lang="es-CL" sz="1200" dirty="0" err="1"/>
              <a:t>income</a:t>
            </a:r>
            <a:r>
              <a:rPr lang="es-CL" sz="1200" dirty="0"/>
              <a:t> </a:t>
            </a:r>
            <a:r>
              <a:rPr lang="es-CL" sz="1200" dirty="0" err="1"/>
              <a:t>tax</a:t>
            </a:r>
            <a:r>
              <a:rPr lang="es-CL" sz="1200" dirty="0"/>
              <a:t>?</a:t>
            </a:r>
          </a:p>
          <a:p>
            <a:r>
              <a:rPr lang="es-CL" sz="1200" dirty="0"/>
              <a:t> - </a:t>
            </a:r>
            <a:r>
              <a:rPr lang="es-CL" sz="1200" dirty="0" err="1"/>
              <a:t>How</a:t>
            </a:r>
            <a:r>
              <a:rPr lang="es-CL" sz="1200" dirty="0"/>
              <a:t> </a:t>
            </a:r>
            <a:r>
              <a:rPr lang="es-CL" sz="1200" dirty="0" err="1"/>
              <a:t>much</a:t>
            </a:r>
            <a:r>
              <a:rPr lang="es-CL" sz="1200" dirty="0"/>
              <a:t> do </a:t>
            </a:r>
            <a:r>
              <a:rPr lang="es-CL" sz="1200" dirty="0" err="1"/>
              <a:t>you</a:t>
            </a:r>
            <a:r>
              <a:rPr lang="es-CL" sz="1200" dirty="0"/>
              <a:t> </a:t>
            </a:r>
            <a:r>
              <a:rPr lang="es-CL" sz="1200" dirty="0" err="1"/>
              <a:t>think</a:t>
            </a:r>
            <a:r>
              <a:rPr lang="es-CL" sz="1200" dirty="0"/>
              <a:t> </a:t>
            </a:r>
            <a:r>
              <a:rPr lang="es-CL" sz="1200" dirty="0" err="1"/>
              <a:t>the</a:t>
            </a:r>
            <a:r>
              <a:rPr lang="es-CL" sz="1200" dirty="0"/>
              <a:t> </a:t>
            </a:r>
            <a:r>
              <a:rPr lang="es-CL" sz="1200" dirty="0" err="1"/>
              <a:t>person</a:t>
            </a:r>
            <a:r>
              <a:rPr lang="es-CL" sz="1200" dirty="0"/>
              <a:t> </a:t>
            </a:r>
            <a:r>
              <a:rPr lang="es-CL" sz="1200" dirty="0" err="1"/>
              <a:t>described</a:t>
            </a:r>
            <a:r>
              <a:rPr lang="es-CL" sz="1200" dirty="0"/>
              <a:t> </a:t>
            </a:r>
            <a:r>
              <a:rPr lang="es-CL" sz="1200" dirty="0" err="1"/>
              <a:t>should</a:t>
            </a:r>
            <a:r>
              <a:rPr lang="es-CL" sz="1200" dirty="0"/>
              <a:t> </a:t>
            </a:r>
            <a:r>
              <a:rPr lang="es-CL" sz="1200" dirty="0" err="1"/>
              <a:t>pay</a:t>
            </a:r>
            <a:r>
              <a:rPr lang="es-CL" sz="1200" dirty="0"/>
              <a:t> in </a:t>
            </a:r>
            <a:r>
              <a:rPr lang="es-CL" sz="1200" dirty="0" err="1"/>
              <a:t>income</a:t>
            </a:r>
            <a:r>
              <a:rPr lang="es-CL" sz="1200" dirty="0"/>
              <a:t> </a:t>
            </a:r>
            <a:r>
              <a:rPr lang="es-CL" sz="1200" dirty="0" err="1"/>
              <a:t>tax</a:t>
            </a:r>
            <a:r>
              <a:rPr lang="es-CL" sz="1200" dirty="0"/>
              <a:t>?</a:t>
            </a:r>
          </a:p>
          <a:p>
            <a:r>
              <a:rPr lang="es-CL" sz="1200" dirty="0"/>
              <a:t> </a:t>
            </a:r>
          </a:p>
          <a:p>
            <a:r>
              <a:rPr lang="es-CL" sz="1200" dirty="0"/>
              <a:t> </a:t>
            </a:r>
            <a:r>
              <a:rPr lang="es-CL" sz="1200" dirty="0" err="1"/>
              <a:t>The</a:t>
            </a:r>
            <a:r>
              <a:rPr lang="es-CL" sz="1200" dirty="0"/>
              <a:t> </a:t>
            </a:r>
            <a:r>
              <a:rPr lang="es-CL" sz="1200" dirty="0" err="1"/>
              <a:t>answers</a:t>
            </a:r>
            <a:r>
              <a:rPr lang="es-CL" sz="1200" dirty="0"/>
              <a:t> </a:t>
            </a:r>
            <a:r>
              <a:rPr lang="es-CL" sz="1200" dirty="0" err="1"/>
              <a:t>to</a:t>
            </a:r>
            <a:r>
              <a:rPr lang="es-CL" sz="1200" dirty="0"/>
              <a:t> </a:t>
            </a:r>
            <a:r>
              <a:rPr lang="es-CL" sz="1200" dirty="0" err="1"/>
              <a:t>these</a:t>
            </a:r>
            <a:r>
              <a:rPr lang="es-CL" sz="1200" dirty="0"/>
              <a:t> </a:t>
            </a:r>
            <a:r>
              <a:rPr lang="es-CL" sz="1200" dirty="0" err="1"/>
              <a:t>questions</a:t>
            </a:r>
            <a:r>
              <a:rPr lang="es-CL" sz="1200" dirty="0"/>
              <a:t> </a:t>
            </a:r>
            <a:r>
              <a:rPr lang="es-CL" sz="1200" dirty="0" err="1"/>
              <a:t>should</a:t>
            </a:r>
            <a:r>
              <a:rPr lang="es-CL" sz="1200" dirty="0"/>
              <a:t> be </a:t>
            </a:r>
            <a:r>
              <a:rPr lang="es-CL" sz="1200" dirty="0" err="1"/>
              <a:t>answered</a:t>
            </a:r>
            <a:r>
              <a:rPr lang="es-CL" sz="1200" dirty="0"/>
              <a:t> </a:t>
            </a:r>
            <a:r>
              <a:rPr lang="es-CL" sz="1200" dirty="0" err="1"/>
              <a:t>with</a:t>
            </a:r>
            <a:r>
              <a:rPr lang="es-CL" sz="1200" dirty="0"/>
              <a:t> </a:t>
            </a:r>
            <a:r>
              <a:rPr lang="es-CL" sz="1200" dirty="0" err="1"/>
              <a:t>amounts</a:t>
            </a:r>
            <a:r>
              <a:rPr lang="es-CL" sz="1200" dirty="0"/>
              <a:t> in </a:t>
            </a:r>
            <a:r>
              <a:rPr lang="es-CL" sz="1200" dirty="0" err="1"/>
              <a:t>Chilean</a:t>
            </a:r>
            <a:r>
              <a:rPr lang="es-CL" sz="1200" dirty="0"/>
              <a:t> pesos. </a:t>
            </a:r>
          </a:p>
          <a:p>
            <a:r>
              <a:rPr lang="es-CL" sz="1200" dirty="0"/>
              <a:t> </a:t>
            </a:r>
          </a:p>
          <a:p>
            <a:r>
              <a:rPr lang="es-CL" sz="1200" dirty="0" err="1"/>
              <a:t>You</a:t>
            </a:r>
            <a:r>
              <a:rPr lang="es-CL" sz="1200" dirty="0"/>
              <a:t> </a:t>
            </a:r>
            <a:r>
              <a:rPr lang="es-CL" sz="1200" dirty="0" err="1"/>
              <a:t>will</a:t>
            </a:r>
            <a:r>
              <a:rPr lang="es-CL" sz="1200" dirty="0"/>
              <a:t> be </a:t>
            </a:r>
            <a:r>
              <a:rPr lang="es-CL" sz="1200" dirty="0" err="1"/>
              <a:t>presented</a:t>
            </a:r>
            <a:r>
              <a:rPr lang="es-CL" sz="1200" dirty="0"/>
              <a:t> </a:t>
            </a:r>
            <a:r>
              <a:rPr lang="es-CL" sz="1200" dirty="0" err="1"/>
              <a:t>with</a:t>
            </a:r>
            <a:r>
              <a:rPr lang="es-CL" sz="1200" dirty="0"/>
              <a:t> 12 </a:t>
            </a:r>
            <a:r>
              <a:rPr lang="es-CL" sz="1200" dirty="0" err="1"/>
              <a:t>descriptions</a:t>
            </a:r>
            <a:r>
              <a:rPr lang="es-CL" sz="1200" dirty="0"/>
              <a:t> </a:t>
            </a:r>
            <a:r>
              <a:rPr lang="es-CL" sz="1200" dirty="0" err="1"/>
              <a:t>like</a:t>
            </a:r>
            <a:r>
              <a:rPr lang="es-CL" sz="1200" dirty="0"/>
              <a:t> </a:t>
            </a:r>
            <a:r>
              <a:rPr lang="es-CL" sz="1200" dirty="0" err="1"/>
              <a:t>the</a:t>
            </a:r>
            <a:r>
              <a:rPr lang="es-CL" sz="1200" dirty="0"/>
              <a:t> </a:t>
            </a:r>
            <a:r>
              <a:rPr lang="es-CL" sz="1200" dirty="0" err="1"/>
              <a:t>one</a:t>
            </a:r>
            <a:r>
              <a:rPr lang="es-CL" sz="1200" dirty="0"/>
              <a:t> in </a:t>
            </a:r>
            <a:r>
              <a:rPr lang="es-CL" sz="1200" dirty="0" err="1"/>
              <a:t>the</a:t>
            </a:r>
            <a:r>
              <a:rPr lang="es-CL" sz="1200" dirty="0"/>
              <a:t> </a:t>
            </a:r>
            <a:r>
              <a:rPr lang="es-CL" sz="1200" dirty="0" err="1"/>
              <a:t>example</a:t>
            </a:r>
            <a:r>
              <a:rPr lang="es-CL" sz="1200" dirty="0"/>
              <a:t>. </a:t>
            </a:r>
            <a:r>
              <a:rPr lang="es-CL" sz="1200" dirty="0" err="1"/>
              <a:t>The</a:t>
            </a:r>
            <a:r>
              <a:rPr lang="es-CL" sz="1200" dirty="0"/>
              <a:t> </a:t>
            </a:r>
            <a:r>
              <a:rPr lang="es-CL" sz="1200" dirty="0" err="1"/>
              <a:t>answers</a:t>
            </a:r>
            <a:r>
              <a:rPr lang="es-CL" sz="1200" dirty="0"/>
              <a:t> </a:t>
            </a:r>
            <a:r>
              <a:rPr lang="es-CL" sz="1200" dirty="0" err="1"/>
              <a:t>to</a:t>
            </a:r>
            <a:r>
              <a:rPr lang="es-CL" sz="1200" dirty="0"/>
              <a:t> </a:t>
            </a:r>
            <a:r>
              <a:rPr lang="es-CL" sz="1200" dirty="0" err="1"/>
              <a:t>these</a:t>
            </a:r>
            <a:r>
              <a:rPr lang="es-CL" sz="1200" dirty="0"/>
              <a:t> </a:t>
            </a:r>
            <a:r>
              <a:rPr lang="es-CL" sz="1200" dirty="0" err="1"/>
              <a:t>questions</a:t>
            </a:r>
            <a:r>
              <a:rPr lang="es-CL" sz="1200" dirty="0"/>
              <a:t> </a:t>
            </a:r>
            <a:r>
              <a:rPr lang="es-CL" sz="1200" dirty="0" err="1"/>
              <a:t>have</a:t>
            </a:r>
            <a:r>
              <a:rPr lang="es-CL" sz="1200" dirty="0"/>
              <a:t> </a:t>
            </a:r>
            <a:r>
              <a:rPr lang="es-CL" sz="1200" dirty="0" err="1"/>
              <a:t>to</a:t>
            </a:r>
            <a:r>
              <a:rPr lang="es-CL" sz="1200" dirty="0"/>
              <a:t> be </a:t>
            </a:r>
            <a:r>
              <a:rPr lang="es-CL" sz="1200" dirty="0" err="1"/>
              <a:t>answered</a:t>
            </a:r>
            <a:r>
              <a:rPr lang="es-CL" sz="1200" dirty="0"/>
              <a:t> </a:t>
            </a:r>
            <a:r>
              <a:rPr lang="es-CL" sz="1200" dirty="0" err="1"/>
              <a:t>with</a:t>
            </a:r>
            <a:r>
              <a:rPr lang="es-CL" sz="1200" dirty="0"/>
              <a:t> </a:t>
            </a:r>
            <a:r>
              <a:rPr lang="es-CL" sz="1200" dirty="0" err="1"/>
              <a:t>amounts</a:t>
            </a:r>
            <a:r>
              <a:rPr lang="es-CL" sz="1200" dirty="0"/>
              <a:t> in </a:t>
            </a:r>
            <a:r>
              <a:rPr lang="es-CL" sz="1200" dirty="0" err="1"/>
              <a:t>Chilean</a:t>
            </a:r>
            <a:r>
              <a:rPr lang="es-CL" sz="1200" dirty="0"/>
              <a:t> pesos.</a:t>
            </a:r>
          </a:p>
          <a:p>
            <a:endParaRPr lang="es-CL" sz="1200" dirty="0"/>
          </a:p>
          <a:p>
            <a:r>
              <a:rPr lang="es-CL" sz="1200" dirty="0" err="1"/>
              <a:t>This</a:t>
            </a:r>
            <a:r>
              <a:rPr lang="es-CL" sz="1200" dirty="0"/>
              <a:t> </a:t>
            </a:r>
            <a:r>
              <a:rPr lang="es-CL" sz="1200" dirty="0" err="1"/>
              <a:t>is</a:t>
            </a:r>
            <a:r>
              <a:rPr lang="es-CL" sz="1200" dirty="0"/>
              <a:t> </a:t>
            </a:r>
            <a:r>
              <a:rPr lang="es-CL" sz="1200" dirty="0" err="1"/>
              <a:t>not</a:t>
            </a:r>
            <a:r>
              <a:rPr lang="es-CL" sz="1200" dirty="0"/>
              <a:t> a test </a:t>
            </a:r>
            <a:r>
              <a:rPr lang="es-CL" sz="1200" dirty="0" err="1"/>
              <a:t>of</a:t>
            </a:r>
            <a:r>
              <a:rPr lang="es-CL" sz="1200" dirty="0"/>
              <a:t> </a:t>
            </a:r>
            <a:r>
              <a:rPr lang="es-CL" sz="1200" dirty="0" err="1"/>
              <a:t>tax</a:t>
            </a:r>
            <a:r>
              <a:rPr lang="es-CL" sz="1200" dirty="0"/>
              <a:t> </a:t>
            </a:r>
            <a:r>
              <a:rPr lang="es-CL" sz="1200" dirty="0" err="1"/>
              <a:t>knowledge</a:t>
            </a:r>
            <a:r>
              <a:rPr lang="es-CL" sz="1200" dirty="0"/>
              <a:t>. </a:t>
            </a:r>
            <a:r>
              <a:rPr lang="es-CL" sz="1200" dirty="0" err="1"/>
              <a:t>We</a:t>
            </a:r>
            <a:r>
              <a:rPr lang="es-CL" sz="1200" dirty="0"/>
              <a:t> are </a:t>
            </a:r>
            <a:r>
              <a:rPr lang="es-CL" sz="1200" dirty="0" err="1"/>
              <a:t>only</a:t>
            </a:r>
            <a:r>
              <a:rPr lang="es-CL" sz="1200" dirty="0"/>
              <a:t> </a:t>
            </a:r>
            <a:r>
              <a:rPr lang="es-CL" sz="1200" dirty="0" err="1"/>
              <a:t>interested</a:t>
            </a:r>
            <a:r>
              <a:rPr lang="es-CL" sz="1200" dirty="0"/>
              <a:t> in </a:t>
            </a:r>
            <a:r>
              <a:rPr lang="es-CL" sz="1200" dirty="0" err="1"/>
              <a:t>your</a:t>
            </a:r>
            <a:r>
              <a:rPr lang="es-CL" sz="1200" dirty="0"/>
              <a:t> </a:t>
            </a:r>
            <a:r>
              <a:rPr lang="es-CL" sz="1200" dirty="0" err="1"/>
              <a:t>We</a:t>
            </a:r>
            <a:r>
              <a:rPr lang="es-CL" sz="1200" dirty="0"/>
              <a:t> are </a:t>
            </a:r>
            <a:r>
              <a:rPr lang="es-CL" sz="1200" dirty="0" err="1"/>
              <a:t>only</a:t>
            </a:r>
            <a:r>
              <a:rPr lang="es-CL" sz="1200" dirty="0"/>
              <a:t> </a:t>
            </a:r>
            <a:r>
              <a:rPr lang="es-CL" sz="1200" dirty="0" err="1"/>
              <a:t>interested</a:t>
            </a:r>
            <a:r>
              <a:rPr lang="es-CL" sz="1200" dirty="0"/>
              <a:t> in </a:t>
            </a:r>
            <a:r>
              <a:rPr lang="es-CL" sz="1200" dirty="0" err="1"/>
              <a:t>your</a:t>
            </a:r>
            <a:r>
              <a:rPr lang="es-CL" sz="1200" dirty="0"/>
              <a:t> </a:t>
            </a:r>
            <a:r>
              <a:rPr lang="es-CL" sz="1200" dirty="0" err="1"/>
              <a:t>opinions</a:t>
            </a:r>
            <a:r>
              <a:rPr lang="es-CL" sz="1200" dirty="0"/>
              <a:t>, so </a:t>
            </a:r>
            <a:r>
              <a:rPr lang="es-CL" sz="1200" dirty="0" err="1"/>
              <a:t>there</a:t>
            </a:r>
            <a:r>
              <a:rPr lang="es-CL" sz="1200" dirty="0"/>
              <a:t> are no </a:t>
            </a:r>
            <a:r>
              <a:rPr lang="es-CL" sz="1200" dirty="0" err="1"/>
              <a:t>right</a:t>
            </a:r>
            <a:r>
              <a:rPr lang="es-CL" sz="1200" dirty="0"/>
              <a:t> </a:t>
            </a:r>
            <a:r>
              <a:rPr lang="es-CL" sz="1200" dirty="0" err="1"/>
              <a:t>or</a:t>
            </a:r>
            <a:r>
              <a:rPr lang="es-CL" sz="1200" dirty="0"/>
              <a:t> </a:t>
            </a:r>
            <a:r>
              <a:rPr lang="es-CL" sz="1200" dirty="0" err="1"/>
              <a:t>wrong</a:t>
            </a:r>
            <a:r>
              <a:rPr lang="es-CL" sz="1200" dirty="0"/>
              <a:t> </a:t>
            </a:r>
            <a:r>
              <a:rPr lang="es-CL" sz="1200" dirty="0" err="1"/>
              <a:t>answers</a:t>
            </a:r>
            <a:r>
              <a:rPr lang="es-CL" sz="1200" dirty="0"/>
              <a:t>. </a:t>
            </a:r>
            <a:r>
              <a:rPr lang="es-CL" sz="1200" dirty="0" err="1"/>
              <a:t>If</a:t>
            </a:r>
            <a:r>
              <a:rPr lang="es-CL" sz="1200" dirty="0"/>
              <a:t> </a:t>
            </a:r>
            <a:r>
              <a:rPr lang="es-CL" sz="1200" dirty="0" err="1"/>
              <a:t>you</a:t>
            </a:r>
            <a:r>
              <a:rPr lang="es-CL" sz="1200" dirty="0"/>
              <a:t> are </a:t>
            </a:r>
            <a:r>
              <a:rPr lang="es-CL" sz="1200" dirty="0" err="1"/>
              <a:t>unsure</a:t>
            </a:r>
            <a:r>
              <a:rPr lang="es-CL" sz="1200" dirty="0"/>
              <a:t> </a:t>
            </a:r>
            <a:r>
              <a:rPr lang="es-CL" sz="1200" dirty="0" err="1"/>
              <a:t>of</a:t>
            </a:r>
            <a:r>
              <a:rPr lang="es-CL" sz="1200" dirty="0"/>
              <a:t> </a:t>
            </a:r>
            <a:r>
              <a:rPr lang="es-CL" sz="1200" dirty="0" err="1"/>
              <a:t>an</a:t>
            </a:r>
            <a:r>
              <a:rPr lang="es-CL" sz="1200" dirty="0"/>
              <a:t> </a:t>
            </a:r>
            <a:r>
              <a:rPr lang="es-CL" sz="1200" dirty="0" err="1"/>
              <a:t>answer</a:t>
            </a:r>
            <a:r>
              <a:rPr lang="es-CL" sz="1200" dirty="0"/>
              <a:t>, </a:t>
            </a:r>
            <a:r>
              <a:rPr lang="es-CL" sz="1200" dirty="0" err="1"/>
              <a:t>your</a:t>
            </a:r>
            <a:r>
              <a:rPr lang="es-CL" sz="1200" dirty="0"/>
              <a:t> </a:t>
            </a:r>
            <a:r>
              <a:rPr lang="es-CL" sz="1200" dirty="0" err="1"/>
              <a:t>answer</a:t>
            </a:r>
            <a:r>
              <a:rPr lang="es-CL" sz="1200" dirty="0"/>
              <a:t>, </a:t>
            </a:r>
            <a:r>
              <a:rPr lang="es-CL" sz="1200" dirty="0" err="1"/>
              <a:t>your</a:t>
            </a:r>
            <a:r>
              <a:rPr lang="es-CL" sz="1200" dirty="0"/>
              <a:t> </a:t>
            </a:r>
            <a:r>
              <a:rPr lang="es-CL" sz="1200" dirty="0" err="1"/>
              <a:t>best</a:t>
            </a:r>
            <a:r>
              <a:rPr lang="es-CL" sz="1200" dirty="0"/>
              <a:t> </a:t>
            </a:r>
            <a:r>
              <a:rPr lang="es-CL" sz="1200" dirty="0" err="1"/>
              <a:t>guess</a:t>
            </a:r>
            <a:r>
              <a:rPr lang="es-CL" sz="1200" dirty="0"/>
              <a:t> </a:t>
            </a:r>
            <a:r>
              <a:rPr lang="es-CL" sz="1200" dirty="0" err="1"/>
              <a:t>is</a:t>
            </a:r>
            <a:r>
              <a:rPr lang="es-CL" sz="1200" dirty="0"/>
              <a:t> </a:t>
            </a:r>
            <a:r>
              <a:rPr lang="es-CL" sz="1200" dirty="0" err="1"/>
              <a:t>appropriate</a:t>
            </a:r>
            <a:r>
              <a:rPr lang="es-CL" sz="1200" dirty="0"/>
              <a:t>.</a:t>
            </a:r>
          </a:p>
        </p:txBody>
      </p:sp>
      <p:graphicFrame>
        <p:nvGraphicFramePr>
          <p:cNvPr id="6" name="Table 5">
            <a:extLst>
              <a:ext uri="{FF2B5EF4-FFF2-40B4-BE49-F238E27FC236}">
                <a16:creationId xmlns:a16="http://schemas.microsoft.com/office/drawing/2014/main" id="{AD912187-787A-5E81-DCC9-B8E4C789A810}"/>
              </a:ext>
            </a:extLst>
          </p:cNvPr>
          <p:cNvGraphicFramePr>
            <a:graphicFrameLocks noGrp="1"/>
          </p:cNvGraphicFramePr>
          <p:nvPr>
            <p:extLst>
              <p:ext uri="{D42A27DB-BD31-4B8C-83A1-F6EECF244321}">
                <p14:modId xmlns:p14="http://schemas.microsoft.com/office/powerpoint/2010/main" val="3401438636"/>
              </p:ext>
            </p:extLst>
          </p:nvPr>
        </p:nvGraphicFramePr>
        <p:xfrm>
          <a:off x="3329419" y="1533529"/>
          <a:ext cx="2485162" cy="3652883"/>
        </p:xfrm>
        <a:graphic>
          <a:graphicData uri="http://schemas.openxmlformats.org/drawingml/2006/table">
            <a:tbl>
              <a:tblPr>
                <a:tableStyleId>{5C22544A-7EE6-4342-B048-85BDC9FD1C3A}</a:tableStyleId>
              </a:tblPr>
              <a:tblGrid>
                <a:gridCol w="428778">
                  <a:extLst>
                    <a:ext uri="{9D8B030D-6E8A-4147-A177-3AD203B41FA5}">
                      <a16:colId xmlns:a16="http://schemas.microsoft.com/office/drawing/2014/main" val="2561852049"/>
                    </a:ext>
                  </a:extLst>
                </a:gridCol>
                <a:gridCol w="1028192">
                  <a:extLst>
                    <a:ext uri="{9D8B030D-6E8A-4147-A177-3AD203B41FA5}">
                      <a16:colId xmlns:a16="http://schemas.microsoft.com/office/drawing/2014/main" val="2948028865"/>
                    </a:ext>
                  </a:extLst>
                </a:gridCol>
                <a:gridCol w="1028192">
                  <a:extLst>
                    <a:ext uri="{9D8B030D-6E8A-4147-A177-3AD203B41FA5}">
                      <a16:colId xmlns:a16="http://schemas.microsoft.com/office/drawing/2014/main" val="1761608742"/>
                    </a:ext>
                  </a:extLst>
                </a:gridCol>
              </a:tblGrid>
              <a:tr h="88335">
                <a:tc>
                  <a:txBody>
                    <a:bodyPr/>
                    <a:lstStyle/>
                    <a:p>
                      <a:pPr algn="l" fontAlgn="ctr"/>
                      <a:r>
                        <a:rPr lang="es-CL" sz="500" u="none" strike="noStrike">
                          <a:effectLst/>
                        </a:rPr>
                        <a:t>Dimensions</a:t>
                      </a:r>
                      <a:endParaRPr lang="es-CL" sz="500" b="1"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Operationalisation</a:t>
                      </a:r>
                      <a:endParaRPr lang="es-CL" sz="500" b="1"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Levels</a:t>
                      </a:r>
                      <a:endParaRPr lang="es-CL" sz="500" b="1"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1873533289"/>
                  </a:ext>
                </a:extLst>
              </a:tr>
              <a:tr h="121902">
                <a:tc rowSpan="2">
                  <a:txBody>
                    <a:bodyPr/>
                    <a:lstStyle/>
                    <a:p>
                      <a:pPr algn="l" fontAlgn="ctr"/>
                      <a:r>
                        <a:rPr lang="es-CL" sz="500" u="none" strike="noStrike">
                          <a:effectLst/>
                        </a:rPr>
                        <a:t>Gender</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1. Male</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1270962866"/>
                  </a:ext>
                </a:extLst>
              </a:tr>
              <a:tr h="88335">
                <a:tc vMerge="1">
                  <a:txBody>
                    <a:bodyPr/>
                    <a:lstStyle/>
                    <a:p>
                      <a:endParaRPr lang="es-CL"/>
                    </a:p>
                  </a:txBody>
                  <a:tcP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2. Female</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2164097010"/>
                  </a:ext>
                </a:extLst>
              </a:tr>
              <a:tr h="121902">
                <a:tc rowSpan="4">
                  <a:txBody>
                    <a:bodyPr/>
                    <a:lstStyle/>
                    <a:p>
                      <a:pPr algn="l" fontAlgn="ctr"/>
                      <a:r>
                        <a:rPr lang="es-CL" sz="500" u="none" strike="noStrike">
                          <a:effectLst/>
                        </a:rPr>
                        <a:t>Surname</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1. Spanish</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2332016896"/>
                  </a:ext>
                </a:extLst>
              </a:tr>
              <a:tr h="121902">
                <a:tc vMerge="1">
                  <a:txBody>
                    <a:bodyPr/>
                    <a:lstStyle/>
                    <a:p>
                      <a:endParaRPr lang="es-CL"/>
                    </a:p>
                  </a:txBody>
                  <a:tcP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2. Basque-Castillian</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1917428597"/>
                  </a:ext>
                </a:extLst>
              </a:tr>
              <a:tr h="121902">
                <a:tc vMerge="1">
                  <a:txBody>
                    <a:bodyPr/>
                    <a:lstStyle/>
                    <a:p>
                      <a:endParaRPr lang="es-CL"/>
                    </a:p>
                  </a:txBody>
                  <a:tcP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3. European</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138637315"/>
                  </a:ext>
                </a:extLst>
              </a:tr>
              <a:tr h="121902">
                <a:tc vMerge="1">
                  <a:txBody>
                    <a:bodyPr/>
                    <a:lstStyle/>
                    <a:p>
                      <a:endParaRPr lang="es-CL"/>
                    </a:p>
                  </a:txBody>
                  <a:tcP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4. Indigenous</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3883389237"/>
                  </a:ext>
                </a:extLst>
              </a:tr>
              <a:tr h="121902">
                <a:tc>
                  <a:txBody>
                    <a:bodyPr/>
                    <a:lstStyle/>
                    <a:p>
                      <a:pPr algn="l" fontAlgn="ctr"/>
                      <a:r>
                        <a:rPr lang="es-CL" sz="500" u="none" strike="noStrike">
                          <a:effectLst/>
                        </a:rPr>
                        <a:t>Age</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1. 35 years old</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1710653148"/>
                  </a:ext>
                </a:extLst>
              </a:tr>
              <a:tr h="121902">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2. 45 years old</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623024210"/>
                  </a:ext>
                </a:extLst>
              </a:tr>
              <a:tr h="0">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dirty="0">
                          <a:effectLst/>
                        </a:rPr>
                        <a:t> </a:t>
                      </a:r>
                      <a:endParaRPr lang="es-CL" sz="500" b="0" i="0" u="none" strike="noStrike" dirty="0">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3. 55 years old</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3087966346"/>
                  </a:ext>
                </a:extLst>
              </a:tr>
              <a:tr h="159887">
                <a:tc>
                  <a:txBody>
                    <a:bodyPr/>
                    <a:lstStyle/>
                    <a:p>
                      <a:pPr algn="l" fontAlgn="ctr"/>
                      <a:r>
                        <a:rPr lang="es-CL" sz="500" u="none" strike="noStrike">
                          <a:effectLst/>
                        </a:rPr>
                        <a:t>Educational level</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1. Complete basic education</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1854929301"/>
                  </a:ext>
                </a:extLst>
              </a:tr>
              <a:tr h="121902">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2. Secondary education complete</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2148523730"/>
                  </a:ext>
                </a:extLst>
              </a:tr>
              <a:tr h="159887">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3. Complete technical-vocational education</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1893975429"/>
                  </a:ext>
                </a:extLst>
              </a:tr>
              <a:tr h="121902">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4. Completed university education</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2803301688"/>
                  </a:ext>
                </a:extLst>
              </a:tr>
              <a:tr h="121902">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5. Postgraduate studies</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4216835527"/>
                  </a:ext>
                </a:extLst>
              </a:tr>
              <a:tr h="88335">
                <a:tc>
                  <a:txBody>
                    <a:bodyPr/>
                    <a:lstStyle/>
                    <a:p>
                      <a:pPr algn="l" fontAlgn="ctr"/>
                      <a:r>
                        <a:rPr lang="es-CL" sz="500" u="none" strike="noStrike">
                          <a:effectLst/>
                        </a:rPr>
                        <a:t>Income</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Gross monthly income</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1. $320.500</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2320683940"/>
                  </a:ext>
                </a:extLst>
              </a:tr>
              <a:tr h="88335">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2. $655.000</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1711635518"/>
                  </a:ext>
                </a:extLst>
              </a:tr>
              <a:tr h="88335">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3. $1.200.000</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3619678372"/>
                  </a:ext>
                </a:extLst>
              </a:tr>
              <a:tr h="88335">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4. $2.500.000</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2396330934"/>
                  </a:ext>
                </a:extLst>
              </a:tr>
              <a:tr h="88335">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5. $4.300.000</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2564504576"/>
                  </a:ext>
                </a:extLst>
              </a:tr>
              <a:tr h="121902">
                <a:tc>
                  <a:txBody>
                    <a:bodyPr/>
                    <a:lstStyle/>
                    <a:p>
                      <a:pPr algn="l" fontAlgn="ctr"/>
                      <a:r>
                        <a:rPr lang="es-CL" sz="500" u="none" strike="noStrike">
                          <a:effectLst/>
                        </a:rPr>
                        <a:t>SES of origin</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Type of school attended </a:t>
                      </a:r>
                      <a:endParaRPr lang="es-CL" sz="500" b="0" i="0" u="none" strike="noStrike">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1. Municipal</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3555786601"/>
                  </a:ext>
                </a:extLst>
              </a:tr>
              <a:tr h="88335">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2. Charter/Subsidised</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2630727060"/>
                  </a:ext>
                </a:extLst>
              </a:tr>
              <a:tr h="88335">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3. Private</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2811283031"/>
                  </a:ext>
                </a:extLst>
              </a:tr>
              <a:tr h="159887">
                <a:tc>
                  <a:txBody>
                    <a:bodyPr/>
                    <a:lstStyle/>
                    <a:p>
                      <a:pPr algn="l" fontAlgn="ctr"/>
                      <a:r>
                        <a:rPr lang="es-CL" sz="500" u="none" strike="noStrike">
                          <a:effectLst/>
                        </a:rPr>
                        <a:t>Mother's education</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1. Completed basic education</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183235191"/>
                  </a:ext>
                </a:extLst>
              </a:tr>
              <a:tr h="121902">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2. Complete secondary education</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3226104327"/>
                  </a:ext>
                </a:extLst>
              </a:tr>
              <a:tr h="159887">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3. Complete technical-vocational education</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1913519397"/>
                  </a:ext>
                </a:extLst>
              </a:tr>
              <a:tr h="121902">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4. Completed university education</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1780495033"/>
                  </a:ext>
                </a:extLst>
              </a:tr>
              <a:tr h="121902">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5. Postgraduate studies</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2841268321"/>
                  </a:ext>
                </a:extLst>
              </a:tr>
              <a:tr h="121902">
                <a:tc rowSpan="4">
                  <a:txBody>
                    <a:bodyPr/>
                    <a:lstStyle/>
                    <a:p>
                      <a:pPr algn="l" fontAlgn="ctr"/>
                      <a:r>
                        <a:rPr lang="es-CL" sz="500" u="none" strike="noStrike">
                          <a:effectLst/>
                        </a:rPr>
                        <a:t>Needs</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Number of children</a:t>
                      </a:r>
                      <a:endParaRPr lang="es-CL" sz="500" b="0" i="0" u="none" strike="noStrike">
                        <a:solidFill>
                          <a:srgbClr val="000000"/>
                        </a:solidFill>
                        <a:effectLst/>
                        <a:latin typeface="Calibri" panose="020F0502020204030204" pitchFamily="34" charset="0"/>
                      </a:endParaRPr>
                    </a:p>
                  </a:txBody>
                  <a:tcPr marL="4417" marR="4417" marT="22084" marB="22084" anchor="ctr"/>
                </a:tc>
                <a:tc>
                  <a:txBody>
                    <a:bodyPr/>
                    <a:lstStyle/>
                    <a:p>
                      <a:pPr algn="l" fontAlgn="ctr"/>
                      <a:r>
                        <a:rPr lang="es-CL" sz="500" u="none" strike="noStrike">
                          <a:effectLst/>
                        </a:rPr>
                        <a:t>1. No children</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558054537"/>
                  </a:ext>
                </a:extLst>
              </a:tr>
              <a:tr h="88335">
                <a:tc vMerge="1">
                  <a:txBody>
                    <a:bodyPr/>
                    <a:lstStyle/>
                    <a:p>
                      <a:endParaRPr lang="es-CL"/>
                    </a:p>
                  </a:txBody>
                  <a:tcP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2. Has 1 child</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3478881419"/>
                  </a:ext>
                </a:extLst>
              </a:tr>
              <a:tr h="88335">
                <a:tc vMerge="1">
                  <a:txBody>
                    <a:bodyPr/>
                    <a:lstStyle/>
                    <a:p>
                      <a:endParaRPr lang="es-CL"/>
                    </a:p>
                  </a:txBody>
                  <a:tcP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a:effectLst/>
                        </a:rPr>
                        <a:t>3. Has 2 children</a:t>
                      </a:r>
                      <a:endParaRPr lang="es-CL" sz="500" b="0" i="0" u="none" strike="noStrike">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107743385"/>
                  </a:ext>
                </a:extLst>
              </a:tr>
              <a:tr h="92752">
                <a:tc vMerge="1">
                  <a:txBody>
                    <a:bodyPr/>
                    <a:lstStyle/>
                    <a:p>
                      <a:endParaRPr lang="es-CL"/>
                    </a:p>
                  </a:txBody>
                  <a:tcPr/>
                </a:tc>
                <a:tc>
                  <a:txBody>
                    <a:bodyPr/>
                    <a:lstStyle/>
                    <a:p>
                      <a:pPr algn="l" fontAlgn="ctr"/>
                      <a:r>
                        <a:rPr lang="es-CL" sz="500" u="none" strike="noStrike">
                          <a:effectLst/>
                        </a:rPr>
                        <a:t> </a:t>
                      </a:r>
                      <a:endParaRPr lang="es-CL" sz="500" b="0" i="0" u="none" strike="noStrike">
                        <a:solidFill>
                          <a:srgbClr val="000000"/>
                        </a:solidFill>
                        <a:effectLst/>
                        <a:latin typeface="Calibri" panose="020F0502020204030204" pitchFamily="34" charset="0"/>
                      </a:endParaRPr>
                    </a:p>
                  </a:txBody>
                  <a:tcPr marL="4417" marR="4417" marT="4417" marB="0" anchor="ctr"/>
                </a:tc>
                <a:tc>
                  <a:txBody>
                    <a:bodyPr/>
                    <a:lstStyle/>
                    <a:p>
                      <a:pPr algn="l" fontAlgn="ctr"/>
                      <a:r>
                        <a:rPr lang="es-CL" sz="500" u="none" strike="noStrike" dirty="0">
                          <a:effectLst/>
                        </a:rPr>
                        <a:t>4. 5 </a:t>
                      </a:r>
                      <a:r>
                        <a:rPr lang="es-CL" sz="500" u="none" strike="noStrike" dirty="0" err="1">
                          <a:effectLst/>
                        </a:rPr>
                        <a:t>children</a:t>
                      </a:r>
                      <a:endParaRPr lang="es-CL" sz="500" b="0" i="0" u="none" strike="noStrike" dirty="0">
                        <a:solidFill>
                          <a:srgbClr val="000000"/>
                        </a:solidFill>
                        <a:effectLst/>
                        <a:latin typeface="Calibri" panose="020F0502020204030204" pitchFamily="34" charset="0"/>
                      </a:endParaRPr>
                    </a:p>
                  </a:txBody>
                  <a:tcPr marL="4417" marR="4417" marT="4417" marB="0" anchor="ctr"/>
                </a:tc>
                <a:extLst>
                  <a:ext uri="{0D108BD9-81ED-4DB2-BD59-A6C34878D82A}">
                    <a16:rowId xmlns:a16="http://schemas.microsoft.com/office/drawing/2014/main" val="2745838709"/>
                  </a:ext>
                </a:extLst>
              </a:tr>
            </a:tbl>
          </a:graphicData>
        </a:graphic>
      </p:graphicFrame>
    </p:spTree>
    <p:extLst>
      <p:ext uri="{BB962C8B-B14F-4D97-AF65-F5344CB8AC3E}">
        <p14:creationId xmlns:p14="http://schemas.microsoft.com/office/powerpoint/2010/main" val="3094431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224A86-5545-88DE-84FB-31B8170ABB8C}"/>
              </a:ext>
            </a:extLst>
          </p:cNvPr>
          <p:cNvSpPr txBox="1"/>
          <p:nvPr/>
        </p:nvSpPr>
        <p:spPr>
          <a:xfrm>
            <a:off x="1660929" y="2462411"/>
            <a:ext cx="129540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en-US"/>
            </a:defPPr>
            <a:lvl1pPr>
              <a:defRPr>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a:r>
              <a:rPr lang="es-CL" sz="1400" dirty="0" err="1">
                <a:latin typeface="Times New Roman" panose="02020603050405020304" pitchFamily="18" charset="0"/>
                <a:cs typeface="Times New Roman" panose="02020603050405020304" pitchFamily="18" charset="0"/>
              </a:rPr>
              <a:t>Randomization</a:t>
            </a:r>
            <a:r>
              <a:rPr lang="es-CL" sz="1400" dirty="0">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EC6417C6-FAB9-8D4F-7D68-4454CA8418B7}"/>
              </a:ext>
            </a:extLst>
          </p:cNvPr>
          <p:cNvSpPr txBox="1"/>
          <p:nvPr/>
        </p:nvSpPr>
        <p:spPr>
          <a:xfrm>
            <a:off x="3273484" y="1563251"/>
            <a:ext cx="111633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Deck</a:t>
            </a:r>
            <a:r>
              <a:rPr lang="es-CL" sz="1400" dirty="0">
                <a:latin typeface="Times New Roman" panose="02020603050405020304" pitchFamily="18" charset="0"/>
                <a:cs typeface="Times New Roman" panose="02020603050405020304" pitchFamily="18" charset="0"/>
              </a:rPr>
              <a:t> 01</a:t>
            </a:r>
          </a:p>
        </p:txBody>
      </p:sp>
      <p:sp>
        <p:nvSpPr>
          <p:cNvPr id="8" name="TextBox 7">
            <a:extLst>
              <a:ext uri="{FF2B5EF4-FFF2-40B4-BE49-F238E27FC236}">
                <a16:creationId xmlns:a16="http://schemas.microsoft.com/office/drawing/2014/main" id="{E2BE2100-1726-FA91-04E7-F7678B0350C1}"/>
              </a:ext>
            </a:extLst>
          </p:cNvPr>
          <p:cNvSpPr txBox="1"/>
          <p:nvPr/>
        </p:nvSpPr>
        <p:spPr>
          <a:xfrm>
            <a:off x="3273484" y="2012831"/>
            <a:ext cx="111633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Deck</a:t>
            </a:r>
            <a:r>
              <a:rPr lang="es-CL" sz="1400" dirty="0">
                <a:latin typeface="Times New Roman" panose="02020603050405020304" pitchFamily="18" charset="0"/>
                <a:cs typeface="Times New Roman" panose="02020603050405020304" pitchFamily="18" charset="0"/>
              </a:rPr>
              <a:t> 02</a:t>
            </a:r>
          </a:p>
        </p:txBody>
      </p:sp>
      <p:sp>
        <p:nvSpPr>
          <p:cNvPr id="9" name="TextBox 8">
            <a:extLst>
              <a:ext uri="{FF2B5EF4-FFF2-40B4-BE49-F238E27FC236}">
                <a16:creationId xmlns:a16="http://schemas.microsoft.com/office/drawing/2014/main" id="{883B3530-AAE9-609A-359B-AA9195032237}"/>
              </a:ext>
            </a:extLst>
          </p:cNvPr>
          <p:cNvSpPr txBox="1"/>
          <p:nvPr/>
        </p:nvSpPr>
        <p:spPr>
          <a:xfrm>
            <a:off x="3273484" y="2462411"/>
            <a:ext cx="111633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Deck</a:t>
            </a:r>
            <a:r>
              <a:rPr lang="es-CL" sz="1400" dirty="0">
                <a:latin typeface="Times New Roman" panose="02020603050405020304" pitchFamily="18" charset="0"/>
                <a:cs typeface="Times New Roman" panose="02020603050405020304" pitchFamily="18" charset="0"/>
              </a:rPr>
              <a:t> 03</a:t>
            </a:r>
          </a:p>
        </p:txBody>
      </p:sp>
      <p:sp>
        <p:nvSpPr>
          <p:cNvPr id="11" name="TextBox 10">
            <a:extLst>
              <a:ext uri="{FF2B5EF4-FFF2-40B4-BE49-F238E27FC236}">
                <a16:creationId xmlns:a16="http://schemas.microsoft.com/office/drawing/2014/main" id="{2F304513-ADF5-C698-1170-107B9F01C0D4}"/>
              </a:ext>
            </a:extLst>
          </p:cNvPr>
          <p:cNvSpPr txBox="1"/>
          <p:nvPr/>
        </p:nvSpPr>
        <p:spPr>
          <a:xfrm>
            <a:off x="3273484" y="2933065"/>
            <a:ext cx="111633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Deck</a:t>
            </a:r>
            <a:r>
              <a:rPr lang="es-CL" sz="1400" dirty="0">
                <a:latin typeface="Times New Roman" panose="02020603050405020304" pitchFamily="18" charset="0"/>
                <a:cs typeface="Times New Roman" panose="02020603050405020304" pitchFamily="18" charset="0"/>
              </a:rPr>
              <a:t> 04</a:t>
            </a:r>
          </a:p>
        </p:txBody>
      </p:sp>
      <p:sp>
        <p:nvSpPr>
          <p:cNvPr id="17" name="TextBox 16">
            <a:extLst>
              <a:ext uri="{FF2B5EF4-FFF2-40B4-BE49-F238E27FC236}">
                <a16:creationId xmlns:a16="http://schemas.microsoft.com/office/drawing/2014/main" id="{4D5F627D-AE03-E97E-ABC0-B3CF467BA8AE}"/>
              </a:ext>
            </a:extLst>
          </p:cNvPr>
          <p:cNvSpPr txBox="1"/>
          <p:nvPr/>
        </p:nvSpPr>
        <p:spPr>
          <a:xfrm>
            <a:off x="3273484" y="3414276"/>
            <a:ext cx="111633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Deck</a:t>
            </a:r>
            <a:r>
              <a:rPr lang="es-CL" sz="1400" dirty="0">
                <a:latin typeface="Times New Roman" panose="02020603050405020304" pitchFamily="18" charset="0"/>
                <a:cs typeface="Times New Roman" panose="02020603050405020304" pitchFamily="18" charset="0"/>
              </a:rPr>
              <a:t> N…</a:t>
            </a:r>
          </a:p>
        </p:txBody>
      </p:sp>
      <p:cxnSp>
        <p:nvCxnSpPr>
          <p:cNvPr id="29" name="Straight Arrow Connector 28">
            <a:extLst>
              <a:ext uri="{FF2B5EF4-FFF2-40B4-BE49-F238E27FC236}">
                <a16:creationId xmlns:a16="http://schemas.microsoft.com/office/drawing/2014/main" id="{60372CCC-920F-5A86-BD8F-C142AF5253BD}"/>
              </a:ext>
            </a:extLst>
          </p:cNvPr>
          <p:cNvCxnSpPr>
            <a:cxnSpLocks/>
            <a:stCxn id="5" idx="3"/>
            <a:endCxn id="7" idx="1"/>
          </p:cNvCxnSpPr>
          <p:nvPr/>
        </p:nvCxnSpPr>
        <p:spPr>
          <a:xfrm flipV="1">
            <a:off x="2956329" y="1717140"/>
            <a:ext cx="317155" cy="899160"/>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30" name="Straight Arrow Connector 29">
            <a:extLst>
              <a:ext uri="{FF2B5EF4-FFF2-40B4-BE49-F238E27FC236}">
                <a16:creationId xmlns:a16="http://schemas.microsoft.com/office/drawing/2014/main" id="{88E5BBF3-7890-629E-3CA9-6FCA84D619F4}"/>
              </a:ext>
            </a:extLst>
          </p:cNvPr>
          <p:cNvCxnSpPr>
            <a:cxnSpLocks/>
            <a:stCxn id="5" idx="3"/>
            <a:endCxn id="8" idx="1"/>
          </p:cNvCxnSpPr>
          <p:nvPr/>
        </p:nvCxnSpPr>
        <p:spPr>
          <a:xfrm flipV="1">
            <a:off x="2956329" y="2166720"/>
            <a:ext cx="317155" cy="449580"/>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Straight Arrow Connector 35">
            <a:extLst>
              <a:ext uri="{FF2B5EF4-FFF2-40B4-BE49-F238E27FC236}">
                <a16:creationId xmlns:a16="http://schemas.microsoft.com/office/drawing/2014/main" id="{6A6FB432-8A03-3485-85F6-195CCCB3D1A4}"/>
              </a:ext>
            </a:extLst>
          </p:cNvPr>
          <p:cNvCxnSpPr>
            <a:cxnSpLocks/>
            <a:stCxn id="5" idx="3"/>
            <a:endCxn id="9" idx="1"/>
          </p:cNvCxnSpPr>
          <p:nvPr/>
        </p:nvCxnSpPr>
        <p:spPr>
          <a:xfrm>
            <a:off x="2956329" y="2616300"/>
            <a:ext cx="317155" cy="0"/>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0" name="Straight Arrow Connector 39">
            <a:extLst>
              <a:ext uri="{FF2B5EF4-FFF2-40B4-BE49-F238E27FC236}">
                <a16:creationId xmlns:a16="http://schemas.microsoft.com/office/drawing/2014/main" id="{14C135F0-0CDF-54AE-A9D1-F6F82523ABCB}"/>
              </a:ext>
            </a:extLst>
          </p:cNvPr>
          <p:cNvCxnSpPr>
            <a:cxnSpLocks/>
            <a:stCxn id="5" idx="3"/>
            <a:endCxn id="11" idx="1"/>
          </p:cNvCxnSpPr>
          <p:nvPr/>
        </p:nvCxnSpPr>
        <p:spPr>
          <a:xfrm>
            <a:off x="2956329" y="2616300"/>
            <a:ext cx="317155" cy="470654"/>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3" name="Straight Arrow Connector 42">
            <a:extLst>
              <a:ext uri="{FF2B5EF4-FFF2-40B4-BE49-F238E27FC236}">
                <a16:creationId xmlns:a16="http://schemas.microsoft.com/office/drawing/2014/main" id="{10FF4C90-7BE1-4D02-C94D-8D3329608FD3}"/>
              </a:ext>
            </a:extLst>
          </p:cNvPr>
          <p:cNvCxnSpPr>
            <a:cxnSpLocks/>
            <a:stCxn id="5" idx="3"/>
            <a:endCxn id="17" idx="1"/>
          </p:cNvCxnSpPr>
          <p:nvPr/>
        </p:nvCxnSpPr>
        <p:spPr>
          <a:xfrm>
            <a:off x="2956329" y="2616300"/>
            <a:ext cx="317155" cy="951865"/>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3" name="TextBox 92">
            <a:extLst>
              <a:ext uri="{FF2B5EF4-FFF2-40B4-BE49-F238E27FC236}">
                <a16:creationId xmlns:a16="http://schemas.microsoft.com/office/drawing/2014/main" id="{EAB82849-E9C5-3CF7-4712-C96F5EF2B7BD}"/>
              </a:ext>
            </a:extLst>
          </p:cNvPr>
          <p:cNvSpPr txBox="1"/>
          <p:nvPr/>
        </p:nvSpPr>
        <p:spPr>
          <a:xfrm>
            <a:off x="4533668" y="1560647"/>
            <a:ext cx="1119714"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Vignettes</a:t>
            </a:r>
            <a:r>
              <a:rPr lang="es-CL" sz="1400" dirty="0">
                <a:latin typeface="Times New Roman" panose="02020603050405020304" pitchFamily="18" charset="0"/>
                <a:cs typeface="Times New Roman" panose="02020603050405020304" pitchFamily="18" charset="0"/>
              </a:rPr>
              <a:t> 01 </a:t>
            </a:r>
          </a:p>
        </p:txBody>
      </p:sp>
      <p:sp>
        <p:nvSpPr>
          <p:cNvPr id="103" name="TextBox 102">
            <a:extLst>
              <a:ext uri="{FF2B5EF4-FFF2-40B4-BE49-F238E27FC236}">
                <a16:creationId xmlns:a16="http://schemas.microsoft.com/office/drawing/2014/main" id="{35043492-1B68-CD33-D610-4122196DFB06}"/>
              </a:ext>
            </a:extLst>
          </p:cNvPr>
          <p:cNvSpPr txBox="1"/>
          <p:nvPr/>
        </p:nvSpPr>
        <p:spPr>
          <a:xfrm>
            <a:off x="4539384" y="2012831"/>
            <a:ext cx="1113881"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Vignettes</a:t>
            </a:r>
            <a:r>
              <a:rPr lang="es-CL" sz="1400" dirty="0">
                <a:latin typeface="Times New Roman" panose="02020603050405020304" pitchFamily="18" charset="0"/>
                <a:cs typeface="Times New Roman" panose="02020603050405020304" pitchFamily="18" charset="0"/>
              </a:rPr>
              <a:t> 02</a:t>
            </a:r>
          </a:p>
        </p:txBody>
      </p:sp>
      <p:sp>
        <p:nvSpPr>
          <p:cNvPr id="104" name="TextBox 103">
            <a:extLst>
              <a:ext uri="{FF2B5EF4-FFF2-40B4-BE49-F238E27FC236}">
                <a16:creationId xmlns:a16="http://schemas.microsoft.com/office/drawing/2014/main" id="{5BA062F9-3193-7566-2230-F6ACEF813F08}"/>
              </a:ext>
            </a:extLst>
          </p:cNvPr>
          <p:cNvSpPr txBox="1"/>
          <p:nvPr/>
        </p:nvSpPr>
        <p:spPr>
          <a:xfrm>
            <a:off x="4539385" y="2462410"/>
            <a:ext cx="1119714"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Vignettes</a:t>
            </a:r>
            <a:r>
              <a:rPr lang="es-CL" sz="1400" dirty="0">
                <a:latin typeface="Times New Roman" panose="02020603050405020304" pitchFamily="18" charset="0"/>
                <a:cs typeface="Times New Roman" panose="02020603050405020304" pitchFamily="18" charset="0"/>
              </a:rPr>
              <a:t> 03 </a:t>
            </a:r>
          </a:p>
        </p:txBody>
      </p:sp>
      <p:sp>
        <p:nvSpPr>
          <p:cNvPr id="105" name="TextBox 104">
            <a:extLst>
              <a:ext uri="{FF2B5EF4-FFF2-40B4-BE49-F238E27FC236}">
                <a16:creationId xmlns:a16="http://schemas.microsoft.com/office/drawing/2014/main" id="{1AAE9D9C-350C-7409-E94B-0B303F4299A1}"/>
              </a:ext>
            </a:extLst>
          </p:cNvPr>
          <p:cNvSpPr txBox="1"/>
          <p:nvPr/>
        </p:nvSpPr>
        <p:spPr>
          <a:xfrm>
            <a:off x="4533668" y="2933065"/>
            <a:ext cx="1113881"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Vignettes</a:t>
            </a:r>
            <a:r>
              <a:rPr lang="es-CL" sz="1400" dirty="0">
                <a:latin typeface="Times New Roman" panose="02020603050405020304" pitchFamily="18" charset="0"/>
                <a:cs typeface="Times New Roman" panose="02020603050405020304" pitchFamily="18" charset="0"/>
              </a:rPr>
              <a:t> 04 </a:t>
            </a:r>
          </a:p>
        </p:txBody>
      </p:sp>
      <p:sp>
        <p:nvSpPr>
          <p:cNvPr id="106" name="TextBox 105">
            <a:extLst>
              <a:ext uri="{FF2B5EF4-FFF2-40B4-BE49-F238E27FC236}">
                <a16:creationId xmlns:a16="http://schemas.microsoft.com/office/drawing/2014/main" id="{41B8412D-2AB9-00DC-D2B5-2E5B95D3B860}"/>
              </a:ext>
            </a:extLst>
          </p:cNvPr>
          <p:cNvSpPr txBox="1"/>
          <p:nvPr/>
        </p:nvSpPr>
        <p:spPr>
          <a:xfrm>
            <a:off x="4539384" y="3418920"/>
            <a:ext cx="1113881"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Vignettes</a:t>
            </a:r>
            <a:r>
              <a:rPr lang="es-CL" sz="1400" dirty="0">
                <a:latin typeface="Times New Roman" panose="02020603050405020304" pitchFamily="18" charset="0"/>
                <a:cs typeface="Times New Roman" panose="02020603050405020304" pitchFamily="18" charset="0"/>
              </a:rPr>
              <a:t> N </a:t>
            </a:r>
          </a:p>
        </p:txBody>
      </p:sp>
      <p:sp>
        <p:nvSpPr>
          <p:cNvPr id="128" name="TextBox 127">
            <a:extLst>
              <a:ext uri="{FF2B5EF4-FFF2-40B4-BE49-F238E27FC236}">
                <a16:creationId xmlns:a16="http://schemas.microsoft.com/office/drawing/2014/main" id="{2F197017-6AE5-FD67-8CEB-19D4B0E24B1E}"/>
              </a:ext>
            </a:extLst>
          </p:cNvPr>
          <p:cNvSpPr txBox="1"/>
          <p:nvPr/>
        </p:nvSpPr>
        <p:spPr>
          <a:xfrm>
            <a:off x="5880505" y="1560646"/>
            <a:ext cx="950589"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Item</a:t>
            </a:r>
            <a:r>
              <a:rPr lang="es-CL" sz="1400" dirty="0">
                <a:latin typeface="Times New Roman" panose="02020603050405020304" pitchFamily="18" charset="0"/>
                <a:cs typeface="Times New Roman" panose="02020603050405020304" pitchFamily="18" charset="0"/>
              </a:rPr>
              <a:t> 01</a:t>
            </a:r>
          </a:p>
        </p:txBody>
      </p:sp>
      <p:sp>
        <p:nvSpPr>
          <p:cNvPr id="129" name="TextBox 128">
            <a:extLst>
              <a:ext uri="{FF2B5EF4-FFF2-40B4-BE49-F238E27FC236}">
                <a16:creationId xmlns:a16="http://schemas.microsoft.com/office/drawing/2014/main" id="{A53EEADC-5881-D17A-0799-8BA743FC0A9A}"/>
              </a:ext>
            </a:extLst>
          </p:cNvPr>
          <p:cNvSpPr txBox="1"/>
          <p:nvPr/>
        </p:nvSpPr>
        <p:spPr>
          <a:xfrm>
            <a:off x="5880505" y="2017253"/>
            <a:ext cx="950589"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Item</a:t>
            </a:r>
            <a:r>
              <a:rPr lang="es-CL" sz="1400" dirty="0">
                <a:latin typeface="Times New Roman" panose="02020603050405020304" pitchFamily="18" charset="0"/>
                <a:cs typeface="Times New Roman" panose="02020603050405020304" pitchFamily="18" charset="0"/>
              </a:rPr>
              <a:t> 02</a:t>
            </a:r>
          </a:p>
        </p:txBody>
      </p:sp>
      <p:sp>
        <p:nvSpPr>
          <p:cNvPr id="130" name="TextBox 129">
            <a:extLst>
              <a:ext uri="{FF2B5EF4-FFF2-40B4-BE49-F238E27FC236}">
                <a16:creationId xmlns:a16="http://schemas.microsoft.com/office/drawing/2014/main" id="{8CA24FE8-6291-2DF1-E846-65639FF4C45B}"/>
              </a:ext>
            </a:extLst>
          </p:cNvPr>
          <p:cNvSpPr txBox="1"/>
          <p:nvPr/>
        </p:nvSpPr>
        <p:spPr>
          <a:xfrm>
            <a:off x="5891939" y="2468648"/>
            <a:ext cx="95059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Item</a:t>
            </a:r>
            <a:r>
              <a:rPr lang="es-CL" sz="1400" dirty="0">
                <a:latin typeface="Times New Roman" panose="02020603050405020304" pitchFamily="18" charset="0"/>
                <a:cs typeface="Times New Roman" panose="02020603050405020304" pitchFamily="18" charset="0"/>
              </a:rPr>
              <a:t> 03</a:t>
            </a:r>
          </a:p>
        </p:txBody>
      </p:sp>
      <p:sp>
        <p:nvSpPr>
          <p:cNvPr id="131" name="TextBox 130">
            <a:extLst>
              <a:ext uri="{FF2B5EF4-FFF2-40B4-BE49-F238E27FC236}">
                <a16:creationId xmlns:a16="http://schemas.microsoft.com/office/drawing/2014/main" id="{76049E87-AA9D-48B0-873F-0187CB965849}"/>
              </a:ext>
            </a:extLst>
          </p:cNvPr>
          <p:cNvSpPr txBox="1"/>
          <p:nvPr/>
        </p:nvSpPr>
        <p:spPr>
          <a:xfrm>
            <a:off x="5891939" y="2933065"/>
            <a:ext cx="95059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Item</a:t>
            </a:r>
            <a:r>
              <a:rPr lang="es-CL" sz="1400" dirty="0">
                <a:latin typeface="Times New Roman" panose="02020603050405020304" pitchFamily="18" charset="0"/>
                <a:cs typeface="Times New Roman" panose="02020603050405020304" pitchFamily="18" charset="0"/>
              </a:rPr>
              <a:t> 04</a:t>
            </a:r>
          </a:p>
        </p:txBody>
      </p:sp>
      <p:sp>
        <p:nvSpPr>
          <p:cNvPr id="132" name="TextBox 131">
            <a:extLst>
              <a:ext uri="{FF2B5EF4-FFF2-40B4-BE49-F238E27FC236}">
                <a16:creationId xmlns:a16="http://schemas.microsoft.com/office/drawing/2014/main" id="{DE4F486E-D651-9C53-AAD1-F0D111F01F6B}"/>
              </a:ext>
            </a:extLst>
          </p:cNvPr>
          <p:cNvSpPr txBox="1"/>
          <p:nvPr/>
        </p:nvSpPr>
        <p:spPr>
          <a:xfrm>
            <a:off x="5891939" y="3414276"/>
            <a:ext cx="95059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Item</a:t>
            </a:r>
            <a:r>
              <a:rPr lang="es-CL" sz="1400" dirty="0">
                <a:latin typeface="Times New Roman" panose="02020603050405020304" pitchFamily="18" charset="0"/>
                <a:cs typeface="Times New Roman" panose="02020603050405020304" pitchFamily="18" charset="0"/>
              </a:rPr>
              <a:t> N</a:t>
            </a:r>
          </a:p>
        </p:txBody>
      </p:sp>
      <p:cxnSp>
        <p:nvCxnSpPr>
          <p:cNvPr id="170" name="Straight Arrow Connector 169">
            <a:extLst>
              <a:ext uri="{FF2B5EF4-FFF2-40B4-BE49-F238E27FC236}">
                <a16:creationId xmlns:a16="http://schemas.microsoft.com/office/drawing/2014/main" id="{BF31BBF6-FEF8-48D5-9C69-D3057A0C9DE4}"/>
              </a:ext>
            </a:extLst>
          </p:cNvPr>
          <p:cNvCxnSpPr>
            <a:cxnSpLocks/>
            <a:stCxn id="7" idx="3"/>
            <a:endCxn id="93" idx="1"/>
          </p:cNvCxnSpPr>
          <p:nvPr/>
        </p:nvCxnSpPr>
        <p:spPr>
          <a:xfrm flipV="1">
            <a:off x="4389814" y="1714536"/>
            <a:ext cx="143854" cy="2604"/>
          </a:xfrm>
          <a:prstGeom prst="straightConnector1">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171" name="Straight Arrow Connector 170">
            <a:extLst>
              <a:ext uri="{FF2B5EF4-FFF2-40B4-BE49-F238E27FC236}">
                <a16:creationId xmlns:a16="http://schemas.microsoft.com/office/drawing/2014/main" id="{AE40DF1D-7016-03EC-E2A1-A1EA96356D05}"/>
              </a:ext>
            </a:extLst>
          </p:cNvPr>
          <p:cNvCxnSpPr>
            <a:cxnSpLocks/>
            <a:stCxn id="93" idx="3"/>
            <a:endCxn id="128" idx="1"/>
          </p:cNvCxnSpPr>
          <p:nvPr/>
        </p:nvCxnSpPr>
        <p:spPr>
          <a:xfrm flipV="1">
            <a:off x="5653382" y="1714535"/>
            <a:ext cx="227123" cy="1"/>
          </a:xfrm>
          <a:prstGeom prst="straightConnector1">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179" name="Straight Arrow Connector 178">
            <a:extLst>
              <a:ext uri="{FF2B5EF4-FFF2-40B4-BE49-F238E27FC236}">
                <a16:creationId xmlns:a16="http://schemas.microsoft.com/office/drawing/2014/main" id="{E34176BA-324A-0711-7A62-753BD9FA4689}"/>
              </a:ext>
            </a:extLst>
          </p:cNvPr>
          <p:cNvCxnSpPr>
            <a:cxnSpLocks/>
            <a:stCxn id="8" idx="3"/>
            <a:endCxn id="103" idx="1"/>
          </p:cNvCxnSpPr>
          <p:nvPr/>
        </p:nvCxnSpPr>
        <p:spPr>
          <a:xfrm>
            <a:off x="4389814" y="2166720"/>
            <a:ext cx="149570" cy="0"/>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1" name="Straight Arrow Connector 190">
            <a:extLst>
              <a:ext uri="{FF2B5EF4-FFF2-40B4-BE49-F238E27FC236}">
                <a16:creationId xmlns:a16="http://schemas.microsoft.com/office/drawing/2014/main" id="{0DDA8362-FB96-A64F-6326-C899F0352F87}"/>
              </a:ext>
            </a:extLst>
          </p:cNvPr>
          <p:cNvCxnSpPr>
            <a:cxnSpLocks/>
            <a:stCxn id="103" idx="3"/>
            <a:endCxn id="129" idx="1"/>
          </p:cNvCxnSpPr>
          <p:nvPr/>
        </p:nvCxnSpPr>
        <p:spPr>
          <a:xfrm>
            <a:off x="5653265" y="2166720"/>
            <a:ext cx="227240" cy="4422"/>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55FC5181-8998-01CA-16DC-0452E5666E90}"/>
              </a:ext>
            </a:extLst>
          </p:cNvPr>
          <p:cNvCxnSpPr>
            <a:cxnSpLocks/>
            <a:stCxn id="9" idx="3"/>
            <a:endCxn id="104" idx="1"/>
          </p:cNvCxnSpPr>
          <p:nvPr/>
        </p:nvCxnSpPr>
        <p:spPr>
          <a:xfrm flipV="1">
            <a:off x="4389814" y="2616299"/>
            <a:ext cx="149571" cy="1"/>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612E6A84-8740-6992-C0D7-2592C0FF49FD}"/>
              </a:ext>
            </a:extLst>
          </p:cNvPr>
          <p:cNvCxnSpPr>
            <a:cxnSpLocks/>
            <a:stCxn id="11" idx="3"/>
            <a:endCxn id="105" idx="1"/>
          </p:cNvCxnSpPr>
          <p:nvPr/>
        </p:nvCxnSpPr>
        <p:spPr>
          <a:xfrm>
            <a:off x="4389814" y="3086954"/>
            <a:ext cx="143854" cy="0"/>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0" name="Straight Arrow Connector 199">
            <a:extLst>
              <a:ext uri="{FF2B5EF4-FFF2-40B4-BE49-F238E27FC236}">
                <a16:creationId xmlns:a16="http://schemas.microsoft.com/office/drawing/2014/main" id="{796D83B2-8AA5-66D2-C765-FAD4A14EE49E}"/>
              </a:ext>
            </a:extLst>
          </p:cNvPr>
          <p:cNvCxnSpPr>
            <a:cxnSpLocks/>
            <a:stCxn id="17" idx="3"/>
            <a:endCxn id="106" idx="1"/>
          </p:cNvCxnSpPr>
          <p:nvPr/>
        </p:nvCxnSpPr>
        <p:spPr>
          <a:xfrm>
            <a:off x="4389814" y="3568165"/>
            <a:ext cx="149570" cy="4644"/>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3" name="Straight Arrow Connector 202">
            <a:extLst>
              <a:ext uri="{FF2B5EF4-FFF2-40B4-BE49-F238E27FC236}">
                <a16:creationId xmlns:a16="http://schemas.microsoft.com/office/drawing/2014/main" id="{22C77DD9-4DCC-3314-3F16-A4EF3B067DAE}"/>
              </a:ext>
            </a:extLst>
          </p:cNvPr>
          <p:cNvCxnSpPr>
            <a:cxnSpLocks/>
            <a:stCxn id="104" idx="3"/>
            <a:endCxn id="130" idx="1"/>
          </p:cNvCxnSpPr>
          <p:nvPr/>
        </p:nvCxnSpPr>
        <p:spPr>
          <a:xfrm>
            <a:off x="5659099" y="2616299"/>
            <a:ext cx="232840" cy="6238"/>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CD61D745-4FD8-3CA0-D5E3-73C902E8E48B}"/>
              </a:ext>
            </a:extLst>
          </p:cNvPr>
          <p:cNvCxnSpPr>
            <a:cxnSpLocks/>
            <a:stCxn id="105" idx="3"/>
            <a:endCxn id="131" idx="1"/>
          </p:cNvCxnSpPr>
          <p:nvPr/>
        </p:nvCxnSpPr>
        <p:spPr>
          <a:xfrm>
            <a:off x="5647549" y="3086954"/>
            <a:ext cx="244390" cy="0"/>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9" name="Straight Arrow Connector 208">
            <a:extLst>
              <a:ext uri="{FF2B5EF4-FFF2-40B4-BE49-F238E27FC236}">
                <a16:creationId xmlns:a16="http://schemas.microsoft.com/office/drawing/2014/main" id="{E7F59ADE-4562-A905-3636-421DE9371B89}"/>
              </a:ext>
            </a:extLst>
          </p:cNvPr>
          <p:cNvCxnSpPr>
            <a:cxnSpLocks/>
            <a:stCxn id="106" idx="3"/>
            <a:endCxn id="132" idx="1"/>
          </p:cNvCxnSpPr>
          <p:nvPr/>
        </p:nvCxnSpPr>
        <p:spPr>
          <a:xfrm flipV="1">
            <a:off x="5653265" y="3568165"/>
            <a:ext cx="238674" cy="4644"/>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7" name="TextBox 226">
            <a:extLst>
              <a:ext uri="{FF2B5EF4-FFF2-40B4-BE49-F238E27FC236}">
                <a16:creationId xmlns:a16="http://schemas.microsoft.com/office/drawing/2014/main" id="{EE0A49F1-5217-1725-968E-3AA75C34DB1C}"/>
              </a:ext>
            </a:extLst>
          </p:cNvPr>
          <p:cNvSpPr txBox="1"/>
          <p:nvPr/>
        </p:nvSpPr>
        <p:spPr>
          <a:xfrm>
            <a:off x="563647" y="2462409"/>
            <a:ext cx="864871"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en-US"/>
            </a:defPPr>
            <a:lvl1pPr>
              <a:defRPr>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a:r>
              <a:rPr lang="es-CL" sz="1400" dirty="0" err="1">
                <a:latin typeface="Times New Roman" panose="02020603050405020304" pitchFamily="18" charset="0"/>
                <a:cs typeface="Times New Roman" panose="02020603050405020304" pitchFamily="18" charset="0"/>
              </a:rPr>
              <a:t>Study</a:t>
            </a:r>
            <a:r>
              <a:rPr lang="es-CL" sz="1400" dirty="0">
                <a:latin typeface="Times New Roman" panose="02020603050405020304" pitchFamily="18" charset="0"/>
                <a:cs typeface="Times New Roman" panose="02020603050405020304" pitchFamily="18" charset="0"/>
              </a:rPr>
              <a:t> </a:t>
            </a:r>
          </a:p>
        </p:txBody>
      </p:sp>
      <p:cxnSp>
        <p:nvCxnSpPr>
          <p:cNvPr id="228" name="Straight Arrow Connector 227">
            <a:extLst>
              <a:ext uri="{FF2B5EF4-FFF2-40B4-BE49-F238E27FC236}">
                <a16:creationId xmlns:a16="http://schemas.microsoft.com/office/drawing/2014/main" id="{9FD4B2FF-5EF3-5488-230A-12D635D52CB1}"/>
              </a:ext>
            </a:extLst>
          </p:cNvPr>
          <p:cNvCxnSpPr>
            <a:cxnSpLocks/>
            <a:stCxn id="227" idx="3"/>
            <a:endCxn id="5" idx="1"/>
          </p:cNvCxnSpPr>
          <p:nvPr/>
        </p:nvCxnSpPr>
        <p:spPr>
          <a:xfrm>
            <a:off x="1428518" y="2616298"/>
            <a:ext cx="232411" cy="2"/>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239" name="TextBox 238">
            <a:extLst>
              <a:ext uri="{FF2B5EF4-FFF2-40B4-BE49-F238E27FC236}">
                <a16:creationId xmlns:a16="http://schemas.microsoft.com/office/drawing/2014/main" id="{6CC115DE-2CCD-5846-01A5-CB09091B4209}"/>
              </a:ext>
            </a:extLst>
          </p:cNvPr>
          <p:cNvSpPr txBox="1"/>
          <p:nvPr/>
        </p:nvSpPr>
        <p:spPr>
          <a:xfrm>
            <a:off x="7238769" y="2462409"/>
            <a:ext cx="129540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en-US"/>
            </a:defPPr>
            <a:lvl1pPr>
              <a:defRPr>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a:r>
              <a:rPr lang="es-CL" sz="1400" dirty="0" err="1">
                <a:latin typeface="Times New Roman" panose="02020603050405020304" pitchFamily="18" charset="0"/>
                <a:cs typeface="Times New Roman" panose="02020603050405020304" pitchFamily="18" charset="0"/>
              </a:rPr>
              <a:t>Further</a:t>
            </a:r>
            <a:r>
              <a:rPr lang="es-CL" sz="1400" dirty="0">
                <a:latin typeface="Times New Roman" panose="02020603050405020304" pitchFamily="18" charset="0"/>
                <a:cs typeface="Times New Roman" panose="02020603050405020304" pitchFamily="18" charset="0"/>
              </a:rPr>
              <a:t> </a:t>
            </a:r>
            <a:r>
              <a:rPr lang="es-CL" sz="1400" dirty="0" err="1">
                <a:latin typeface="Times New Roman" panose="02020603050405020304" pitchFamily="18" charset="0"/>
                <a:cs typeface="Times New Roman" panose="02020603050405020304" pitchFamily="18" charset="0"/>
              </a:rPr>
              <a:t>Quest</a:t>
            </a:r>
            <a:r>
              <a:rPr lang="es-CL" sz="1400" dirty="0">
                <a:latin typeface="Times New Roman" panose="02020603050405020304" pitchFamily="18" charset="0"/>
                <a:cs typeface="Times New Roman" panose="02020603050405020304" pitchFamily="18" charset="0"/>
              </a:rPr>
              <a:t>.</a:t>
            </a:r>
          </a:p>
        </p:txBody>
      </p:sp>
      <p:cxnSp>
        <p:nvCxnSpPr>
          <p:cNvPr id="240" name="Straight Arrow Connector 239">
            <a:extLst>
              <a:ext uri="{FF2B5EF4-FFF2-40B4-BE49-F238E27FC236}">
                <a16:creationId xmlns:a16="http://schemas.microsoft.com/office/drawing/2014/main" id="{C2CF2628-2424-0333-3F40-6D21986F92DC}"/>
              </a:ext>
            </a:extLst>
          </p:cNvPr>
          <p:cNvCxnSpPr>
            <a:cxnSpLocks/>
            <a:stCxn id="128" idx="3"/>
            <a:endCxn id="239" idx="1"/>
          </p:cNvCxnSpPr>
          <p:nvPr/>
        </p:nvCxnSpPr>
        <p:spPr>
          <a:xfrm>
            <a:off x="6831094" y="1714535"/>
            <a:ext cx="407675" cy="901763"/>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243" name="Straight Arrow Connector 242">
            <a:extLst>
              <a:ext uri="{FF2B5EF4-FFF2-40B4-BE49-F238E27FC236}">
                <a16:creationId xmlns:a16="http://schemas.microsoft.com/office/drawing/2014/main" id="{BDD6166F-F1DC-5E3D-A950-A7672657FFA2}"/>
              </a:ext>
            </a:extLst>
          </p:cNvPr>
          <p:cNvCxnSpPr>
            <a:cxnSpLocks/>
            <a:stCxn id="129" idx="3"/>
            <a:endCxn id="239" idx="1"/>
          </p:cNvCxnSpPr>
          <p:nvPr/>
        </p:nvCxnSpPr>
        <p:spPr>
          <a:xfrm>
            <a:off x="6831094" y="2171142"/>
            <a:ext cx="407675" cy="445156"/>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7" name="Straight Arrow Connector 246">
            <a:extLst>
              <a:ext uri="{FF2B5EF4-FFF2-40B4-BE49-F238E27FC236}">
                <a16:creationId xmlns:a16="http://schemas.microsoft.com/office/drawing/2014/main" id="{EB2AA177-62FF-3742-E63E-E1E11B07257A}"/>
              </a:ext>
            </a:extLst>
          </p:cNvPr>
          <p:cNvCxnSpPr>
            <a:cxnSpLocks/>
            <a:stCxn id="130" idx="3"/>
            <a:endCxn id="239" idx="1"/>
          </p:cNvCxnSpPr>
          <p:nvPr/>
        </p:nvCxnSpPr>
        <p:spPr>
          <a:xfrm flipV="1">
            <a:off x="6842529" y="2616298"/>
            <a:ext cx="396240" cy="6239"/>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0" name="Straight Arrow Connector 249">
            <a:extLst>
              <a:ext uri="{FF2B5EF4-FFF2-40B4-BE49-F238E27FC236}">
                <a16:creationId xmlns:a16="http://schemas.microsoft.com/office/drawing/2014/main" id="{CAEBF455-DEC4-90E5-8A46-D75B7B086AD2}"/>
              </a:ext>
            </a:extLst>
          </p:cNvPr>
          <p:cNvCxnSpPr>
            <a:cxnSpLocks/>
            <a:stCxn id="131" idx="3"/>
            <a:endCxn id="239" idx="1"/>
          </p:cNvCxnSpPr>
          <p:nvPr/>
        </p:nvCxnSpPr>
        <p:spPr>
          <a:xfrm flipV="1">
            <a:off x="6842529" y="2616298"/>
            <a:ext cx="396240" cy="470656"/>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3" name="Straight Arrow Connector 252">
            <a:extLst>
              <a:ext uri="{FF2B5EF4-FFF2-40B4-BE49-F238E27FC236}">
                <a16:creationId xmlns:a16="http://schemas.microsoft.com/office/drawing/2014/main" id="{520C89A0-2D76-52AD-582F-E2682E822462}"/>
              </a:ext>
            </a:extLst>
          </p:cNvPr>
          <p:cNvCxnSpPr>
            <a:cxnSpLocks/>
            <a:stCxn id="132" idx="3"/>
            <a:endCxn id="239" idx="1"/>
          </p:cNvCxnSpPr>
          <p:nvPr/>
        </p:nvCxnSpPr>
        <p:spPr>
          <a:xfrm flipV="1">
            <a:off x="6842529" y="2616298"/>
            <a:ext cx="396240" cy="951867"/>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88" name="Rectángulo 103">
            <a:extLst>
              <a:ext uri="{FF2B5EF4-FFF2-40B4-BE49-F238E27FC236}">
                <a16:creationId xmlns:a16="http://schemas.microsoft.com/office/drawing/2014/main" id="{600A71AB-6907-5BB2-EB46-197807139B48}"/>
              </a:ext>
            </a:extLst>
          </p:cNvPr>
          <p:cNvSpPr/>
          <p:nvPr/>
        </p:nvSpPr>
        <p:spPr>
          <a:xfrm>
            <a:off x="457430" y="1341119"/>
            <a:ext cx="8229139" cy="2849881"/>
          </a:xfrm>
          <a:prstGeom prst="rect">
            <a:avLst/>
          </a:prstGeom>
          <a:noFill/>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t"/>
          <a:lstStyle/>
          <a:p>
            <a:r>
              <a:rPr lang="en-GB" sz="1323" b="1" dirty="0">
                <a:latin typeface="Times New Roman" panose="02020603050405020304" pitchFamily="18" charset="0"/>
                <a:cs typeface="Times New Roman" panose="02020603050405020304" pitchFamily="18" charset="0"/>
              </a:rPr>
              <a:t>Study (N =~ 4000) </a:t>
            </a:r>
          </a:p>
        </p:txBody>
      </p:sp>
    </p:spTree>
    <p:extLst>
      <p:ext uri="{BB962C8B-B14F-4D97-AF65-F5344CB8AC3E}">
        <p14:creationId xmlns:p14="http://schemas.microsoft.com/office/powerpoint/2010/main" val="4281349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224A86-5545-88DE-84FB-31B8170ABB8C}"/>
              </a:ext>
            </a:extLst>
          </p:cNvPr>
          <p:cNvSpPr txBox="1"/>
          <p:nvPr/>
        </p:nvSpPr>
        <p:spPr>
          <a:xfrm>
            <a:off x="1660929" y="2462411"/>
            <a:ext cx="129540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en-US"/>
            </a:defPPr>
            <a:lvl1pPr>
              <a:defRPr>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a:r>
              <a:rPr lang="es-CL" sz="1400" dirty="0" err="1">
                <a:latin typeface="Times New Roman" panose="02020603050405020304" pitchFamily="18" charset="0"/>
                <a:cs typeface="Times New Roman" panose="02020603050405020304" pitchFamily="18" charset="0"/>
              </a:rPr>
              <a:t>Randomization</a:t>
            </a:r>
            <a:r>
              <a:rPr lang="es-CL" sz="1400" dirty="0">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EC6417C6-FAB9-8D4F-7D68-4454CA8418B7}"/>
              </a:ext>
            </a:extLst>
          </p:cNvPr>
          <p:cNvSpPr txBox="1"/>
          <p:nvPr/>
        </p:nvSpPr>
        <p:spPr>
          <a:xfrm>
            <a:off x="3273484" y="1563251"/>
            <a:ext cx="111633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Deck</a:t>
            </a:r>
            <a:r>
              <a:rPr lang="es-CL" sz="1400" dirty="0">
                <a:latin typeface="Times New Roman" panose="02020603050405020304" pitchFamily="18" charset="0"/>
                <a:cs typeface="Times New Roman" panose="02020603050405020304" pitchFamily="18" charset="0"/>
              </a:rPr>
              <a:t> 01</a:t>
            </a:r>
          </a:p>
        </p:txBody>
      </p:sp>
      <p:sp>
        <p:nvSpPr>
          <p:cNvPr id="8" name="TextBox 7">
            <a:extLst>
              <a:ext uri="{FF2B5EF4-FFF2-40B4-BE49-F238E27FC236}">
                <a16:creationId xmlns:a16="http://schemas.microsoft.com/office/drawing/2014/main" id="{E2BE2100-1726-FA91-04E7-F7678B0350C1}"/>
              </a:ext>
            </a:extLst>
          </p:cNvPr>
          <p:cNvSpPr txBox="1"/>
          <p:nvPr/>
        </p:nvSpPr>
        <p:spPr>
          <a:xfrm>
            <a:off x="3273484" y="2012831"/>
            <a:ext cx="111633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Deck</a:t>
            </a:r>
            <a:r>
              <a:rPr lang="es-CL" sz="1400" dirty="0">
                <a:latin typeface="Times New Roman" panose="02020603050405020304" pitchFamily="18" charset="0"/>
                <a:cs typeface="Times New Roman" panose="02020603050405020304" pitchFamily="18" charset="0"/>
              </a:rPr>
              <a:t> 02</a:t>
            </a:r>
          </a:p>
        </p:txBody>
      </p:sp>
      <p:sp>
        <p:nvSpPr>
          <p:cNvPr id="9" name="TextBox 8">
            <a:extLst>
              <a:ext uri="{FF2B5EF4-FFF2-40B4-BE49-F238E27FC236}">
                <a16:creationId xmlns:a16="http://schemas.microsoft.com/office/drawing/2014/main" id="{883B3530-AAE9-609A-359B-AA9195032237}"/>
              </a:ext>
            </a:extLst>
          </p:cNvPr>
          <p:cNvSpPr txBox="1"/>
          <p:nvPr/>
        </p:nvSpPr>
        <p:spPr>
          <a:xfrm>
            <a:off x="3273484" y="2462411"/>
            <a:ext cx="111633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Deck</a:t>
            </a:r>
            <a:r>
              <a:rPr lang="es-CL" sz="1400" dirty="0">
                <a:latin typeface="Times New Roman" panose="02020603050405020304" pitchFamily="18" charset="0"/>
                <a:cs typeface="Times New Roman" panose="02020603050405020304" pitchFamily="18" charset="0"/>
              </a:rPr>
              <a:t> 03</a:t>
            </a:r>
          </a:p>
        </p:txBody>
      </p:sp>
      <p:sp>
        <p:nvSpPr>
          <p:cNvPr id="11" name="TextBox 10">
            <a:extLst>
              <a:ext uri="{FF2B5EF4-FFF2-40B4-BE49-F238E27FC236}">
                <a16:creationId xmlns:a16="http://schemas.microsoft.com/office/drawing/2014/main" id="{2F304513-ADF5-C698-1170-107B9F01C0D4}"/>
              </a:ext>
            </a:extLst>
          </p:cNvPr>
          <p:cNvSpPr txBox="1"/>
          <p:nvPr/>
        </p:nvSpPr>
        <p:spPr>
          <a:xfrm>
            <a:off x="3273484" y="2933065"/>
            <a:ext cx="111633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Deck</a:t>
            </a:r>
            <a:r>
              <a:rPr lang="es-CL" sz="1400" dirty="0">
                <a:latin typeface="Times New Roman" panose="02020603050405020304" pitchFamily="18" charset="0"/>
                <a:cs typeface="Times New Roman" panose="02020603050405020304" pitchFamily="18" charset="0"/>
              </a:rPr>
              <a:t> 04</a:t>
            </a:r>
          </a:p>
        </p:txBody>
      </p:sp>
      <p:sp>
        <p:nvSpPr>
          <p:cNvPr id="17" name="TextBox 16">
            <a:extLst>
              <a:ext uri="{FF2B5EF4-FFF2-40B4-BE49-F238E27FC236}">
                <a16:creationId xmlns:a16="http://schemas.microsoft.com/office/drawing/2014/main" id="{4D5F627D-AE03-E97E-ABC0-B3CF467BA8AE}"/>
              </a:ext>
            </a:extLst>
          </p:cNvPr>
          <p:cNvSpPr txBox="1"/>
          <p:nvPr/>
        </p:nvSpPr>
        <p:spPr>
          <a:xfrm>
            <a:off x="3273484" y="3414276"/>
            <a:ext cx="111633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Deck</a:t>
            </a:r>
            <a:r>
              <a:rPr lang="es-CL" sz="1400" dirty="0">
                <a:latin typeface="Times New Roman" panose="02020603050405020304" pitchFamily="18" charset="0"/>
                <a:cs typeface="Times New Roman" panose="02020603050405020304" pitchFamily="18" charset="0"/>
              </a:rPr>
              <a:t> N…</a:t>
            </a:r>
          </a:p>
        </p:txBody>
      </p:sp>
      <p:cxnSp>
        <p:nvCxnSpPr>
          <p:cNvPr id="29" name="Straight Arrow Connector 28">
            <a:extLst>
              <a:ext uri="{FF2B5EF4-FFF2-40B4-BE49-F238E27FC236}">
                <a16:creationId xmlns:a16="http://schemas.microsoft.com/office/drawing/2014/main" id="{60372CCC-920F-5A86-BD8F-C142AF5253BD}"/>
              </a:ext>
            </a:extLst>
          </p:cNvPr>
          <p:cNvCxnSpPr>
            <a:cxnSpLocks/>
          </p:cNvCxnSpPr>
          <p:nvPr/>
        </p:nvCxnSpPr>
        <p:spPr>
          <a:xfrm flipV="1">
            <a:off x="2956329" y="1717137"/>
            <a:ext cx="317155" cy="899160"/>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0" name="Straight Arrow Connector 29">
            <a:extLst>
              <a:ext uri="{FF2B5EF4-FFF2-40B4-BE49-F238E27FC236}">
                <a16:creationId xmlns:a16="http://schemas.microsoft.com/office/drawing/2014/main" id="{88E5BBF3-7890-629E-3CA9-6FCA84D619F4}"/>
              </a:ext>
            </a:extLst>
          </p:cNvPr>
          <p:cNvCxnSpPr>
            <a:cxnSpLocks/>
            <a:stCxn id="5" idx="3"/>
            <a:endCxn id="8" idx="1"/>
          </p:cNvCxnSpPr>
          <p:nvPr/>
        </p:nvCxnSpPr>
        <p:spPr>
          <a:xfrm flipV="1">
            <a:off x="2956329" y="2166720"/>
            <a:ext cx="317155" cy="449580"/>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Straight Arrow Connector 35">
            <a:extLst>
              <a:ext uri="{FF2B5EF4-FFF2-40B4-BE49-F238E27FC236}">
                <a16:creationId xmlns:a16="http://schemas.microsoft.com/office/drawing/2014/main" id="{6A6FB432-8A03-3485-85F6-195CCCB3D1A4}"/>
              </a:ext>
            </a:extLst>
          </p:cNvPr>
          <p:cNvCxnSpPr>
            <a:cxnSpLocks/>
            <a:stCxn id="5" idx="3"/>
            <a:endCxn id="9" idx="1"/>
          </p:cNvCxnSpPr>
          <p:nvPr/>
        </p:nvCxnSpPr>
        <p:spPr>
          <a:xfrm>
            <a:off x="2956329" y="2616300"/>
            <a:ext cx="317155" cy="0"/>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0" name="Straight Arrow Connector 39">
            <a:extLst>
              <a:ext uri="{FF2B5EF4-FFF2-40B4-BE49-F238E27FC236}">
                <a16:creationId xmlns:a16="http://schemas.microsoft.com/office/drawing/2014/main" id="{14C135F0-0CDF-54AE-A9D1-F6F82523ABCB}"/>
              </a:ext>
            </a:extLst>
          </p:cNvPr>
          <p:cNvCxnSpPr>
            <a:cxnSpLocks/>
            <a:stCxn id="5" idx="3"/>
            <a:endCxn id="11" idx="1"/>
          </p:cNvCxnSpPr>
          <p:nvPr/>
        </p:nvCxnSpPr>
        <p:spPr>
          <a:xfrm>
            <a:off x="2956329" y="2616300"/>
            <a:ext cx="317155" cy="470654"/>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43" name="Straight Arrow Connector 42">
            <a:extLst>
              <a:ext uri="{FF2B5EF4-FFF2-40B4-BE49-F238E27FC236}">
                <a16:creationId xmlns:a16="http://schemas.microsoft.com/office/drawing/2014/main" id="{10FF4C90-7BE1-4D02-C94D-8D3329608FD3}"/>
              </a:ext>
            </a:extLst>
          </p:cNvPr>
          <p:cNvCxnSpPr>
            <a:cxnSpLocks/>
            <a:stCxn id="5" idx="3"/>
            <a:endCxn id="17" idx="1"/>
          </p:cNvCxnSpPr>
          <p:nvPr/>
        </p:nvCxnSpPr>
        <p:spPr>
          <a:xfrm>
            <a:off x="2956329" y="2616300"/>
            <a:ext cx="317155" cy="951865"/>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3" name="TextBox 92">
            <a:extLst>
              <a:ext uri="{FF2B5EF4-FFF2-40B4-BE49-F238E27FC236}">
                <a16:creationId xmlns:a16="http://schemas.microsoft.com/office/drawing/2014/main" id="{EAB82849-E9C5-3CF7-4712-C96F5EF2B7BD}"/>
              </a:ext>
            </a:extLst>
          </p:cNvPr>
          <p:cNvSpPr txBox="1"/>
          <p:nvPr/>
        </p:nvSpPr>
        <p:spPr>
          <a:xfrm>
            <a:off x="4533668" y="1560647"/>
            <a:ext cx="1119714"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Vignettes</a:t>
            </a:r>
            <a:r>
              <a:rPr lang="es-CL" sz="1400" dirty="0">
                <a:latin typeface="Times New Roman" panose="02020603050405020304" pitchFamily="18" charset="0"/>
                <a:cs typeface="Times New Roman" panose="02020603050405020304" pitchFamily="18" charset="0"/>
              </a:rPr>
              <a:t> 01 </a:t>
            </a:r>
          </a:p>
        </p:txBody>
      </p:sp>
      <p:sp>
        <p:nvSpPr>
          <p:cNvPr id="103" name="TextBox 102">
            <a:extLst>
              <a:ext uri="{FF2B5EF4-FFF2-40B4-BE49-F238E27FC236}">
                <a16:creationId xmlns:a16="http://schemas.microsoft.com/office/drawing/2014/main" id="{35043492-1B68-CD33-D610-4122196DFB06}"/>
              </a:ext>
            </a:extLst>
          </p:cNvPr>
          <p:cNvSpPr txBox="1"/>
          <p:nvPr/>
        </p:nvSpPr>
        <p:spPr>
          <a:xfrm>
            <a:off x="4539384" y="2012831"/>
            <a:ext cx="1113881"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Vignettes</a:t>
            </a:r>
            <a:r>
              <a:rPr lang="es-CL" sz="1400" dirty="0">
                <a:latin typeface="Times New Roman" panose="02020603050405020304" pitchFamily="18" charset="0"/>
                <a:cs typeface="Times New Roman" panose="02020603050405020304" pitchFamily="18" charset="0"/>
              </a:rPr>
              <a:t> 02</a:t>
            </a:r>
          </a:p>
        </p:txBody>
      </p:sp>
      <p:sp>
        <p:nvSpPr>
          <p:cNvPr id="104" name="TextBox 103">
            <a:extLst>
              <a:ext uri="{FF2B5EF4-FFF2-40B4-BE49-F238E27FC236}">
                <a16:creationId xmlns:a16="http://schemas.microsoft.com/office/drawing/2014/main" id="{5BA062F9-3193-7566-2230-F6ACEF813F08}"/>
              </a:ext>
            </a:extLst>
          </p:cNvPr>
          <p:cNvSpPr txBox="1"/>
          <p:nvPr/>
        </p:nvSpPr>
        <p:spPr>
          <a:xfrm>
            <a:off x="4539385" y="2462410"/>
            <a:ext cx="1119714"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Vignettes</a:t>
            </a:r>
            <a:r>
              <a:rPr lang="es-CL" sz="1400" dirty="0">
                <a:latin typeface="Times New Roman" panose="02020603050405020304" pitchFamily="18" charset="0"/>
                <a:cs typeface="Times New Roman" panose="02020603050405020304" pitchFamily="18" charset="0"/>
              </a:rPr>
              <a:t> 03 </a:t>
            </a:r>
          </a:p>
        </p:txBody>
      </p:sp>
      <p:sp>
        <p:nvSpPr>
          <p:cNvPr id="105" name="TextBox 104">
            <a:extLst>
              <a:ext uri="{FF2B5EF4-FFF2-40B4-BE49-F238E27FC236}">
                <a16:creationId xmlns:a16="http://schemas.microsoft.com/office/drawing/2014/main" id="{1AAE9D9C-350C-7409-E94B-0B303F4299A1}"/>
              </a:ext>
            </a:extLst>
          </p:cNvPr>
          <p:cNvSpPr txBox="1"/>
          <p:nvPr/>
        </p:nvSpPr>
        <p:spPr>
          <a:xfrm>
            <a:off x="4533668" y="2933065"/>
            <a:ext cx="1113881"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Vignettes</a:t>
            </a:r>
            <a:r>
              <a:rPr lang="es-CL" sz="1400" dirty="0">
                <a:latin typeface="Times New Roman" panose="02020603050405020304" pitchFamily="18" charset="0"/>
                <a:cs typeface="Times New Roman" panose="02020603050405020304" pitchFamily="18" charset="0"/>
              </a:rPr>
              <a:t> 04 </a:t>
            </a:r>
          </a:p>
        </p:txBody>
      </p:sp>
      <p:sp>
        <p:nvSpPr>
          <p:cNvPr id="106" name="TextBox 105">
            <a:extLst>
              <a:ext uri="{FF2B5EF4-FFF2-40B4-BE49-F238E27FC236}">
                <a16:creationId xmlns:a16="http://schemas.microsoft.com/office/drawing/2014/main" id="{41B8412D-2AB9-00DC-D2B5-2E5B95D3B860}"/>
              </a:ext>
            </a:extLst>
          </p:cNvPr>
          <p:cNvSpPr txBox="1"/>
          <p:nvPr/>
        </p:nvSpPr>
        <p:spPr>
          <a:xfrm>
            <a:off x="4539384" y="3418920"/>
            <a:ext cx="1113881"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Vignettes</a:t>
            </a:r>
            <a:r>
              <a:rPr lang="es-CL" sz="1400" dirty="0">
                <a:latin typeface="Times New Roman" panose="02020603050405020304" pitchFamily="18" charset="0"/>
                <a:cs typeface="Times New Roman" panose="02020603050405020304" pitchFamily="18" charset="0"/>
              </a:rPr>
              <a:t> N </a:t>
            </a:r>
          </a:p>
        </p:txBody>
      </p:sp>
      <p:sp>
        <p:nvSpPr>
          <p:cNvPr id="128" name="TextBox 127">
            <a:extLst>
              <a:ext uri="{FF2B5EF4-FFF2-40B4-BE49-F238E27FC236}">
                <a16:creationId xmlns:a16="http://schemas.microsoft.com/office/drawing/2014/main" id="{2F197017-6AE5-FD67-8CEB-19D4B0E24B1E}"/>
              </a:ext>
            </a:extLst>
          </p:cNvPr>
          <p:cNvSpPr txBox="1"/>
          <p:nvPr/>
        </p:nvSpPr>
        <p:spPr>
          <a:xfrm>
            <a:off x="5880505" y="1560646"/>
            <a:ext cx="950589"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Taxes</a:t>
            </a:r>
            <a:r>
              <a:rPr lang="es-CL" sz="1400" dirty="0">
                <a:latin typeface="Times New Roman" panose="02020603050405020304" pitchFamily="18" charset="0"/>
                <a:cs typeface="Times New Roman" panose="02020603050405020304" pitchFamily="18" charset="0"/>
              </a:rPr>
              <a:t> 01</a:t>
            </a:r>
          </a:p>
        </p:txBody>
      </p:sp>
      <p:sp>
        <p:nvSpPr>
          <p:cNvPr id="129" name="TextBox 128">
            <a:extLst>
              <a:ext uri="{FF2B5EF4-FFF2-40B4-BE49-F238E27FC236}">
                <a16:creationId xmlns:a16="http://schemas.microsoft.com/office/drawing/2014/main" id="{A53EEADC-5881-D17A-0799-8BA743FC0A9A}"/>
              </a:ext>
            </a:extLst>
          </p:cNvPr>
          <p:cNvSpPr txBox="1"/>
          <p:nvPr/>
        </p:nvSpPr>
        <p:spPr>
          <a:xfrm>
            <a:off x="5880505" y="2017253"/>
            <a:ext cx="950589"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Taxes</a:t>
            </a:r>
            <a:r>
              <a:rPr lang="es-CL" sz="1400" dirty="0">
                <a:latin typeface="Times New Roman" panose="02020603050405020304" pitchFamily="18" charset="0"/>
                <a:cs typeface="Times New Roman" panose="02020603050405020304" pitchFamily="18" charset="0"/>
              </a:rPr>
              <a:t> 02</a:t>
            </a:r>
          </a:p>
        </p:txBody>
      </p:sp>
      <p:sp>
        <p:nvSpPr>
          <p:cNvPr id="130" name="TextBox 129">
            <a:extLst>
              <a:ext uri="{FF2B5EF4-FFF2-40B4-BE49-F238E27FC236}">
                <a16:creationId xmlns:a16="http://schemas.microsoft.com/office/drawing/2014/main" id="{8CA24FE8-6291-2DF1-E846-65639FF4C45B}"/>
              </a:ext>
            </a:extLst>
          </p:cNvPr>
          <p:cNvSpPr txBox="1"/>
          <p:nvPr/>
        </p:nvSpPr>
        <p:spPr>
          <a:xfrm>
            <a:off x="5891939" y="2468648"/>
            <a:ext cx="95059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Taxes</a:t>
            </a:r>
            <a:r>
              <a:rPr lang="es-CL" sz="1400" dirty="0">
                <a:latin typeface="Times New Roman" panose="02020603050405020304" pitchFamily="18" charset="0"/>
                <a:cs typeface="Times New Roman" panose="02020603050405020304" pitchFamily="18" charset="0"/>
              </a:rPr>
              <a:t> 03</a:t>
            </a:r>
          </a:p>
        </p:txBody>
      </p:sp>
      <p:sp>
        <p:nvSpPr>
          <p:cNvPr id="131" name="TextBox 130">
            <a:extLst>
              <a:ext uri="{FF2B5EF4-FFF2-40B4-BE49-F238E27FC236}">
                <a16:creationId xmlns:a16="http://schemas.microsoft.com/office/drawing/2014/main" id="{76049E87-AA9D-48B0-873F-0187CB965849}"/>
              </a:ext>
            </a:extLst>
          </p:cNvPr>
          <p:cNvSpPr txBox="1"/>
          <p:nvPr/>
        </p:nvSpPr>
        <p:spPr>
          <a:xfrm>
            <a:off x="5891939" y="2933065"/>
            <a:ext cx="95059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Taxes</a:t>
            </a:r>
            <a:r>
              <a:rPr lang="es-CL" sz="1400" dirty="0">
                <a:latin typeface="Times New Roman" panose="02020603050405020304" pitchFamily="18" charset="0"/>
                <a:cs typeface="Times New Roman" panose="02020603050405020304" pitchFamily="18" charset="0"/>
              </a:rPr>
              <a:t> 04</a:t>
            </a:r>
          </a:p>
        </p:txBody>
      </p:sp>
      <p:sp>
        <p:nvSpPr>
          <p:cNvPr id="132" name="TextBox 131">
            <a:extLst>
              <a:ext uri="{FF2B5EF4-FFF2-40B4-BE49-F238E27FC236}">
                <a16:creationId xmlns:a16="http://schemas.microsoft.com/office/drawing/2014/main" id="{DE4F486E-D651-9C53-AAD1-F0D111F01F6B}"/>
              </a:ext>
            </a:extLst>
          </p:cNvPr>
          <p:cNvSpPr txBox="1"/>
          <p:nvPr/>
        </p:nvSpPr>
        <p:spPr>
          <a:xfrm>
            <a:off x="5891939" y="3414276"/>
            <a:ext cx="95059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CL" sz="1400" dirty="0" err="1">
                <a:latin typeface="Times New Roman" panose="02020603050405020304" pitchFamily="18" charset="0"/>
                <a:cs typeface="Times New Roman" panose="02020603050405020304" pitchFamily="18" charset="0"/>
              </a:rPr>
              <a:t>Taxes</a:t>
            </a:r>
            <a:r>
              <a:rPr lang="es-CL" sz="1400" dirty="0">
                <a:latin typeface="Times New Roman" panose="02020603050405020304" pitchFamily="18" charset="0"/>
                <a:cs typeface="Times New Roman" panose="02020603050405020304" pitchFamily="18" charset="0"/>
              </a:rPr>
              <a:t> N</a:t>
            </a:r>
          </a:p>
        </p:txBody>
      </p:sp>
      <p:cxnSp>
        <p:nvCxnSpPr>
          <p:cNvPr id="170" name="Straight Arrow Connector 169">
            <a:extLst>
              <a:ext uri="{FF2B5EF4-FFF2-40B4-BE49-F238E27FC236}">
                <a16:creationId xmlns:a16="http://schemas.microsoft.com/office/drawing/2014/main" id="{BF31BBF6-FEF8-48D5-9C69-D3057A0C9DE4}"/>
              </a:ext>
            </a:extLst>
          </p:cNvPr>
          <p:cNvCxnSpPr>
            <a:cxnSpLocks/>
            <a:stCxn id="7" idx="3"/>
            <a:endCxn id="93" idx="1"/>
          </p:cNvCxnSpPr>
          <p:nvPr/>
        </p:nvCxnSpPr>
        <p:spPr>
          <a:xfrm flipV="1">
            <a:off x="4389814" y="1714536"/>
            <a:ext cx="143854" cy="2604"/>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1" name="Straight Arrow Connector 170">
            <a:extLst>
              <a:ext uri="{FF2B5EF4-FFF2-40B4-BE49-F238E27FC236}">
                <a16:creationId xmlns:a16="http://schemas.microsoft.com/office/drawing/2014/main" id="{AE40DF1D-7016-03EC-E2A1-A1EA96356D05}"/>
              </a:ext>
            </a:extLst>
          </p:cNvPr>
          <p:cNvCxnSpPr>
            <a:cxnSpLocks/>
            <a:stCxn id="93" idx="3"/>
            <a:endCxn id="128" idx="1"/>
          </p:cNvCxnSpPr>
          <p:nvPr/>
        </p:nvCxnSpPr>
        <p:spPr>
          <a:xfrm flipV="1">
            <a:off x="5653382" y="1714535"/>
            <a:ext cx="227123" cy="1"/>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9" name="Straight Arrow Connector 178">
            <a:extLst>
              <a:ext uri="{FF2B5EF4-FFF2-40B4-BE49-F238E27FC236}">
                <a16:creationId xmlns:a16="http://schemas.microsoft.com/office/drawing/2014/main" id="{E34176BA-324A-0711-7A62-753BD9FA4689}"/>
              </a:ext>
            </a:extLst>
          </p:cNvPr>
          <p:cNvCxnSpPr>
            <a:cxnSpLocks/>
            <a:stCxn id="8" idx="3"/>
            <a:endCxn id="103" idx="1"/>
          </p:cNvCxnSpPr>
          <p:nvPr/>
        </p:nvCxnSpPr>
        <p:spPr>
          <a:xfrm>
            <a:off x="4389814" y="2166720"/>
            <a:ext cx="149570" cy="0"/>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1" name="Straight Arrow Connector 190">
            <a:extLst>
              <a:ext uri="{FF2B5EF4-FFF2-40B4-BE49-F238E27FC236}">
                <a16:creationId xmlns:a16="http://schemas.microsoft.com/office/drawing/2014/main" id="{0DDA8362-FB96-A64F-6326-C899F0352F87}"/>
              </a:ext>
            </a:extLst>
          </p:cNvPr>
          <p:cNvCxnSpPr>
            <a:cxnSpLocks/>
            <a:stCxn id="103" idx="3"/>
            <a:endCxn id="129" idx="1"/>
          </p:cNvCxnSpPr>
          <p:nvPr/>
        </p:nvCxnSpPr>
        <p:spPr>
          <a:xfrm>
            <a:off x="5653265" y="2166720"/>
            <a:ext cx="227240" cy="4422"/>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55FC5181-8998-01CA-16DC-0452E5666E90}"/>
              </a:ext>
            </a:extLst>
          </p:cNvPr>
          <p:cNvCxnSpPr>
            <a:cxnSpLocks/>
            <a:stCxn id="9" idx="3"/>
            <a:endCxn id="104" idx="1"/>
          </p:cNvCxnSpPr>
          <p:nvPr/>
        </p:nvCxnSpPr>
        <p:spPr>
          <a:xfrm flipV="1">
            <a:off x="4389814" y="2616299"/>
            <a:ext cx="149571" cy="1"/>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612E6A84-8740-6992-C0D7-2592C0FF49FD}"/>
              </a:ext>
            </a:extLst>
          </p:cNvPr>
          <p:cNvCxnSpPr>
            <a:cxnSpLocks/>
            <a:stCxn id="11" idx="3"/>
            <a:endCxn id="105" idx="1"/>
          </p:cNvCxnSpPr>
          <p:nvPr/>
        </p:nvCxnSpPr>
        <p:spPr>
          <a:xfrm>
            <a:off x="4389814" y="3086954"/>
            <a:ext cx="143854" cy="0"/>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200" name="Straight Arrow Connector 199">
            <a:extLst>
              <a:ext uri="{FF2B5EF4-FFF2-40B4-BE49-F238E27FC236}">
                <a16:creationId xmlns:a16="http://schemas.microsoft.com/office/drawing/2014/main" id="{796D83B2-8AA5-66D2-C765-FAD4A14EE49E}"/>
              </a:ext>
            </a:extLst>
          </p:cNvPr>
          <p:cNvCxnSpPr>
            <a:cxnSpLocks/>
            <a:stCxn id="17" idx="3"/>
            <a:endCxn id="106" idx="1"/>
          </p:cNvCxnSpPr>
          <p:nvPr/>
        </p:nvCxnSpPr>
        <p:spPr>
          <a:xfrm>
            <a:off x="4389814" y="3568165"/>
            <a:ext cx="149570" cy="4644"/>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3" name="Straight Arrow Connector 202">
            <a:extLst>
              <a:ext uri="{FF2B5EF4-FFF2-40B4-BE49-F238E27FC236}">
                <a16:creationId xmlns:a16="http://schemas.microsoft.com/office/drawing/2014/main" id="{22C77DD9-4DCC-3314-3F16-A4EF3B067DAE}"/>
              </a:ext>
            </a:extLst>
          </p:cNvPr>
          <p:cNvCxnSpPr>
            <a:cxnSpLocks/>
            <a:stCxn id="104" idx="3"/>
            <a:endCxn id="130" idx="1"/>
          </p:cNvCxnSpPr>
          <p:nvPr/>
        </p:nvCxnSpPr>
        <p:spPr>
          <a:xfrm>
            <a:off x="5659099" y="2616299"/>
            <a:ext cx="232840" cy="6238"/>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CD61D745-4FD8-3CA0-D5E3-73C902E8E48B}"/>
              </a:ext>
            </a:extLst>
          </p:cNvPr>
          <p:cNvCxnSpPr>
            <a:cxnSpLocks/>
            <a:stCxn id="105" idx="3"/>
            <a:endCxn id="131" idx="1"/>
          </p:cNvCxnSpPr>
          <p:nvPr/>
        </p:nvCxnSpPr>
        <p:spPr>
          <a:xfrm>
            <a:off x="5647549" y="3086954"/>
            <a:ext cx="244390" cy="0"/>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9" name="Straight Arrow Connector 208">
            <a:extLst>
              <a:ext uri="{FF2B5EF4-FFF2-40B4-BE49-F238E27FC236}">
                <a16:creationId xmlns:a16="http://schemas.microsoft.com/office/drawing/2014/main" id="{E7F59ADE-4562-A905-3636-421DE9371B89}"/>
              </a:ext>
            </a:extLst>
          </p:cNvPr>
          <p:cNvCxnSpPr>
            <a:cxnSpLocks/>
            <a:stCxn id="106" idx="3"/>
            <a:endCxn id="132" idx="1"/>
          </p:cNvCxnSpPr>
          <p:nvPr/>
        </p:nvCxnSpPr>
        <p:spPr>
          <a:xfrm flipV="1">
            <a:off x="5653265" y="3568165"/>
            <a:ext cx="238674" cy="4644"/>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7" name="TextBox 226">
            <a:extLst>
              <a:ext uri="{FF2B5EF4-FFF2-40B4-BE49-F238E27FC236}">
                <a16:creationId xmlns:a16="http://schemas.microsoft.com/office/drawing/2014/main" id="{EE0A49F1-5217-1725-968E-3AA75C34DB1C}"/>
              </a:ext>
            </a:extLst>
          </p:cNvPr>
          <p:cNvSpPr txBox="1"/>
          <p:nvPr/>
        </p:nvSpPr>
        <p:spPr>
          <a:xfrm>
            <a:off x="563647" y="2462409"/>
            <a:ext cx="864871"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en-US"/>
            </a:defPPr>
            <a:lvl1pPr>
              <a:defRPr>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a:r>
              <a:rPr lang="es-CL" sz="1400" dirty="0" err="1">
                <a:latin typeface="Times New Roman" panose="02020603050405020304" pitchFamily="18" charset="0"/>
                <a:cs typeface="Times New Roman" panose="02020603050405020304" pitchFamily="18" charset="0"/>
              </a:rPr>
              <a:t>Study</a:t>
            </a:r>
            <a:r>
              <a:rPr lang="es-CL" sz="1400" dirty="0">
                <a:latin typeface="Times New Roman" panose="02020603050405020304" pitchFamily="18" charset="0"/>
                <a:cs typeface="Times New Roman" panose="02020603050405020304" pitchFamily="18" charset="0"/>
              </a:rPr>
              <a:t> </a:t>
            </a:r>
          </a:p>
        </p:txBody>
      </p:sp>
      <p:cxnSp>
        <p:nvCxnSpPr>
          <p:cNvPr id="228" name="Straight Arrow Connector 227">
            <a:extLst>
              <a:ext uri="{FF2B5EF4-FFF2-40B4-BE49-F238E27FC236}">
                <a16:creationId xmlns:a16="http://schemas.microsoft.com/office/drawing/2014/main" id="{9FD4B2FF-5EF3-5488-230A-12D635D52CB1}"/>
              </a:ext>
            </a:extLst>
          </p:cNvPr>
          <p:cNvCxnSpPr>
            <a:cxnSpLocks/>
            <a:stCxn id="227" idx="3"/>
            <a:endCxn id="5" idx="1"/>
          </p:cNvCxnSpPr>
          <p:nvPr/>
        </p:nvCxnSpPr>
        <p:spPr>
          <a:xfrm>
            <a:off x="1428518" y="2616298"/>
            <a:ext cx="232411" cy="2"/>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239" name="TextBox 238">
            <a:extLst>
              <a:ext uri="{FF2B5EF4-FFF2-40B4-BE49-F238E27FC236}">
                <a16:creationId xmlns:a16="http://schemas.microsoft.com/office/drawing/2014/main" id="{6CC115DE-2CCD-5846-01A5-CB09091B4209}"/>
              </a:ext>
            </a:extLst>
          </p:cNvPr>
          <p:cNvSpPr txBox="1"/>
          <p:nvPr/>
        </p:nvSpPr>
        <p:spPr>
          <a:xfrm>
            <a:off x="7238769" y="2462409"/>
            <a:ext cx="129540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en-US"/>
            </a:defPPr>
            <a:lvl1pPr>
              <a:defRPr>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a:r>
              <a:rPr lang="es-CL" sz="1400" dirty="0" err="1">
                <a:latin typeface="Times New Roman" panose="02020603050405020304" pitchFamily="18" charset="0"/>
                <a:cs typeface="Times New Roman" panose="02020603050405020304" pitchFamily="18" charset="0"/>
              </a:rPr>
              <a:t>Further</a:t>
            </a:r>
            <a:r>
              <a:rPr lang="es-CL" sz="1400" dirty="0">
                <a:latin typeface="Times New Roman" panose="02020603050405020304" pitchFamily="18" charset="0"/>
                <a:cs typeface="Times New Roman" panose="02020603050405020304" pitchFamily="18" charset="0"/>
              </a:rPr>
              <a:t> </a:t>
            </a:r>
            <a:r>
              <a:rPr lang="es-CL" sz="1400" dirty="0" err="1">
                <a:latin typeface="Times New Roman" panose="02020603050405020304" pitchFamily="18" charset="0"/>
                <a:cs typeface="Times New Roman" panose="02020603050405020304" pitchFamily="18" charset="0"/>
              </a:rPr>
              <a:t>Quest</a:t>
            </a:r>
            <a:r>
              <a:rPr lang="es-CL" sz="1400" dirty="0">
                <a:latin typeface="Times New Roman" panose="02020603050405020304" pitchFamily="18" charset="0"/>
                <a:cs typeface="Times New Roman" panose="02020603050405020304" pitchFamily="18" charset="0"/>
              </a:rPr>
              <a:t>.</a:t>
            </a:r>
          </a:p>
        </p:txBody>
      </p:sp>
      <p:cxnSp>
        <p:nvCxnSpPr>
          <p:cNvPr id="240" name="Straight Arrow Connector 239">
            <a:extLst>
              <a:ext uri="{FF2B5EF4-FFF2-40B4-BE49-F238E27FC236}">
                <a16:creationId xmlns:a16="http://schemas.microsoft.com/office/drawing/2014/main" id="{C2CF2628-2424-0333-3F40-6D21986F92DC}"/>
              </a:ext>
            </a:extLst>
          </p:cNvPr>
          <p:cNvCxnSpPr>
            <a:cxnSpLocks/>
          </p:cNvCxnSpPr>
          <p:nvPr/>
        </p:nvCxnSpPr>
        <p:spPr>
          <a:xfrm>
            <a:off x="6831094" y="1714534"/>
            <a:ext cx="407675" cy="901763"/>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Arrow Connector 242">
            <a:extLst>
              <a:ext uri="{FF2B5EF4-FFF2-40B4-BE49-F238E27FC236}">
                <a16:creationId xmlns:a16="http://schemas.microsoft.com/office/drawing/2014/main" id="{BDD6166F-F1DC-5E3D-A950-A7672657FFA2}"/>
              </a:ext>
            </a:extLst>
          </p:cNvPr>
          <p:cNvCxnSpPr>
            <a:cxnSpLocks/>
            <a:stCxn id="129" idx="3"/>
            <a:endCxn id="239" idx="1"/>
          </p:cNvCxnSpPr>
          <p:nvPr/>
        </p:nvCxnSpPr>
        <p:spPr>
          <a:xfrm>
            <a:off x="6831094" y="2171142"/>
            <a:ext cx="407675" cy="445156"/>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7" name="Straight Arrow Connector 246">
            <a:extLst>
              <a:ext uri="{FF2B5EF4-FFF2-40B4-BE49-F238E27FC236}">
                <a16:creationId xmlns:a16="http://schemas.microsoft.com/office/drawing/2014/main" id="{EB2AA177-62FF-3742-E63E-E1E11B07257A}"/>
              </a:ext>
            </a:extLst>
          </p:cNvPr>
          <p:cNvCxnSpPr>
            <a:cxnSpLocks/>
            <a:stCxn id="130" idx="3"/>
            <a:endCxn id="239" idx="1"/>
          </p:cNvCxnSpPr>
          <p:nvPr/>
        </p:nvCxnSpPr>
        <p:spPr>
          <a:xfrm flipV="1">
            <a:off x="6842529" y="2616298"/>
            <a:ext cx="396240" cy="6239"/>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0" name="Straight Arrow Connector 249">
            <a:extLst>
              <a:ext uri="{FF2B5EF4-FFF2-40B4-BE49-F238E27FC236}">
                <a16:creationId xmlns:a16="http://schemas.microsoft.com/office/drawing/2014/main" id="{CAEBF455-DEC4-90E5-8A46-D75B7B086AD2}"/>
              </a:ext>
            </a:extLst>
          </p:cNvPr>
          <p:cNvCxnSpPr>
            <a:cxnSpLocks/>
            <a:stCxn id="131" idx="3"/>
            <a:endCxn id="239" idx="1"/>
          </p:cNvCxnSpPr>
          <p:nvPr/>
        </p:nvCxnSpPr>
        <p:spPr>
          <a:xfrm flipV="1">
            <a:off x="6842529" y="2616298"/>
            <a:ext cx="396240" cy="470656"/>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253" name="Straight Arrow Connector 252">
            <a:extLst>
              <a:ext uri="{FF2B5EF4-FFF2-40B4-BE49-F238E27FC236}">
                <a16:creationId xmlns:a16="http://schemas.microsoft.com/office/drawing/2014/main" id="{520C89A0-2D76-52AD-582F-E2682E822462}"/>
              </a:ext>
            </a:extLst>
          </p:cNvPr>
          <p:cNvCxnSpPr>
            <a:cxnSpLocks/>
            <a:stCxn id="132" idx="3"/>
            <a:endCxn id="239" idx="1"/>
          </p:cNvCxnSpPr>
          <p:nvPr/>
        </p:nvCxnSpPr>
        <p:spPr>
          <a:xfrm flipV="1">
            <a:off x="6842529" y="2616298"/>
            <a:ext cx="396240" cy="951867"/>
          </a:xfrm>
          <a:prstGeom prst="straightConnector1">
            <a:avLst/>
          </a:prstGeom>
          <a:ln w="9525" cap="flat" cmpd="sng" algn="ctr">
            <a:solidFill>
              <a:schemeClr val="dk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88" name="Rectángulo 103">
            <a:extLst>
              <a:ext uri="{FF2B5EF4-FFF2-40B4-BE49-F238E27FC236}">
                <a16:creationId xmlns:a16="http://schemas.microsoft.com/office/drawing/2014/main" id="{600A71AB-6907-5BB2-EB46-197807139B48}"/>
              </a:ext>
            </a:extLst>
          </p:cNvPr>
          <p:cNvSpPr/>
          <p:nvPr/>
        </p:nvSpPr>
        <p:spPr>
          <a:xfrm>
            <a:off x="457430" y="1341119"/>
            <a:ext cx="8229139" cy="2849881"/>
          </a:xfrm>
          <a:prstGeom prst="rect">
            <a:avLst/>
          </a:prstGeom>
          <a:noFill/>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t"/>
          <a:lstStyle/>
          <a:p>
            <a:r>
              <a:rPr lang="en-GB" sz="1323" b="1" dirty="0">
                <a:latin typeface="Times New Roman" panose="02020603050405020304" pitchFamily="18" charset="0"/>
                <a:cs typeface="Times New Roman" panose="02020603050405020304" pitchFamily="18" charset="0"/>
              </a:rPr>
              <a:t>Wave 2 (N=</a:t>
            </a:r>
            <a:r>
              <a:rPr lang="es-CL" sz="1400" b="1" i="0" dirty="0">
                <a:solidFill>
                  <a:srgbClr val="000000"/>
                </a:solidFill>
                <a:effectLst/>
                <a:latin typeface="Times New Roman" panose="02020603050405020304" pitchFamily="18" charset="0"/>
              </a:rPr>
              <a:t>1252</a:t>
            </a:r>
            <a:r>
              <a:rPr lang="en-GB" sz="1323"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231314591"/>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3346</TotalTime>
  <Words>829</Words>
  <Application>Microsoft Office PowerPoint</Application>
  <PresentationFormat>Custom</PresentationFormat>
  <Paragraphs>172</Paragraphs>
  <Slides>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Tema de Office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Julio Iturra</dc:creator>
  <cp:lastModifiedBy>Julio César Iturra Sanhueza</cp:lastModifiedBy>
  <cp:revision>17</cp:revision>
  <dcterms:created xsi:type="dcterms:W3CDTF">2020-04-17T12:49:59Z</dcterms:created>
  <dcterms:modified xsi:type="dcterms:W3CDTF">2025-01-12T21:13:07Z</dcterms:modified>
</cp:coreProperties>
</file>